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21599525" cy="11520488"/>
  <p:notesSz cx="6858000" cy="9144000"/>
  <p:defaultTextStyle>
    <a:defPPr>
      <a:defRPr lang="zh-CN"/>
    </a:defPPr>
    <a:lvl1pPr marL="0" algn="l" defTabSz="1589684" rtl="0" eaLnBrk="1" latinLnBrk="0" hangingPunct="1">
      <a:defRPr sz="3129" kern="1200">
        <a:solidFill>
          <a:schemeClr val="tx1"/>
        </a:solidFill>
        <a:latin typeface="+mn-lt"/>
        <a:ea typeface="+mn-ea"/>
        <a:cs typeface="+mn-cs"/>
      </a:defRPr>
    </a:lvl1pPr>
    <a:lvl2pPr marL="794842" algn="l" defTabSz="1589684" rtl="0" eaLnBrk="1" latinLnBrk="0" hangingPunct="1">
      <a:defRPr sz="3129" kern="1200">
        <a:solidFill>
          <a:schemeClr val="tx1"/>
        </a:solidFill>
        <a:latin typeface="+mn-lt"/>
        <a:ea typeface="+mn-ea"/>
        <a:cs typeface="+mn-cs"/>
      </a:defRPr>
    </a:lvl2pPr>
    <a:lvl3pPr marL="1589684" algn="l" defTabSz="1589684" rtl="0" eaLnBrk="1" latinLnBrk="0" hangingPunct="1">
      <a:defRPr sz="3129" kern="1200">
        <a:solidFill>
          <a:schemeClr val="tx1"/>
        </a:solidFill>
        <a:latin typeface="+mn-lt"/>
        <a:ea typeface="+mn-ea"/>
        <a:cs typeface="+mn-cs"/>
      </a:defRPr>
    </a:lvl3pPr>
    <a:lvl4pPr marL="2384527" algn="l" defTabSz="1589684" rtl="0" eaLnBrk="1" latinLnBrk="0" hangingPunct="1">
      <a:defRPr sz="3129" kern="1200">
        <a:solidFill>
          <a:schemeClr val="tx1"/>
        </a:solidFill>
        <a:latin typeface="+mn-lt"/>
        <a:ea typeface="+mn-ea"/>
        <a:cs typeface="+mn-cs"/>
      </a:defRPr>
    </a:lvl4pPr>
    <a:lvl5pPr marL="3179369" algn="l" defTabSz="1589684" rtl="0" eaLnBrk="1" latinLnBrk="0" hangingPunct="1">
      <a:defRPr sz="3129" kern="1200">
        <a:solidFill>
          <a:schemeClr val="tx1"/>
        </a:solidFill>
        <a:latin typeface="+mn-lt"/>
        <a:ea typeface="+mn-ea"/>
        <a:cs typeface="+mn-cs"/>
      </a:defRPr>
    </a:lvl5pPr>
    <a:lvl6pPr marL="3974211" algn="l" defTabSz="1589684" rtl="0" eaLnBrk="1" latinLnBrk="0" hangingPunct="1">
      <a:defRPr sz="3129" kern="1200">
        <a:solidFill>
          <a:schemeClr val="tx1"/>
        </a:solidFill>
        <a:latin typeface="+mn-lt"/>
        <a:ea typeface="+mn-ea"/>
        <a:cs typeface="+mn-cs"/>
      </a:defRPr>
    </a:lvl6pPr>
    <a:lvl7pPr marL="4769053" algn="l" defTabSz="1589684" rtl="0" eaLnBrk="1" latinLnBrk="0" hangingPunct="1">
      <a:defRPr sz="3129" kern="1200">
        <a:solidFill>
          <a:schemeClr val="tx1"/>
        </a:solidFill>
        <a:latin typeface="+mn-lt"/>
        <a:ea typeface="+mn-ea"/>
        <a:cs typeface="+mn-cs"/>
      </a:defRPr>
    </a:lvl7pPr>
    <a:lvl8pPr marL="5563895" algn="l" defTabSz="1589684" rtl="0" eaLnBrk="1" latinLnBrk="0" hangingPunct="1">
      <a:defRPr sz="3129" kern="1200">
        <a:solidFill>
          <a:schemeClr val="tx1"/>
        </a:solidFill>
        <a:latin typeface="+mn-lt"/>
        <a:ea typeface="+mn-ea"/>
        <a:cs typeface="+mn-cs"/>
      </a:defRPr>
    </a:lvl8pPr>
    <a:lvl9pPr marL="6358738" algn="l" defTabSz="1589684" rtl="0" eaLnBrk="1" latinLnBrk="0" hangingPunct="1">
      <a:defRPr sz="312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6C4"/>
    <a:srgbClr val="FFD492"/>
    <a:srgbClr val="FFE5B9"/>
    <a:srgbClr val="FF99B2"/>
    <a:srgbClr val="FFD7DA"/>
    <a:srgbClr val="FF82A7"/>
    <a:srgbClr val="EFFFEF"/>
    <a:srgbClr val="E2FFD9"/>
    <a:srgbClr val="FFFFFF"/>
    <a:srgbClr val="F2FB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4"/>
    <p:restoredTop sz="92462"/>
  </p:normalViewPr>
  <p:slideViewPr>
    <p:cSldViewPr snapToGrid="0">
      <p:cViewPr>
        <p:scale>
          <a:sx n="174" d="100"/>
          <a:sy n="174" d="100"/>
        </p:scale>
        <p:origin x="-7344" y="-2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93DEFD-5ED7-4323-B396-D56813DFD6B4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536575" y="1143000"/>
            <a:ext cx="57848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80C59B-693A-45F6-8E66-7FD0996DA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074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589684" rtl="0" eaLnBrk="1" latinLnBrk="0" hangingPunct="1">
      <a:defRPr sz="2086" kern="1200">
        <a:solidFill>
          <a:schemeClr val="tx1"/>
        </a:solidFill>
        <a:latin typeface="+mn-lt"/>
        <a:ea typeface="+mn-ea"/>
        <a:cs typeface="+mn-cs"/>
      </a:defRPr>
    </a:lvl1pPr>
    <a:lvl2pPr marL="794842" algn="l" defTabSz="1589684" rtl="0" eaLnBrk="1" latinLnBrk="0" hangingPunct="1">
      <a:defRPr sz="2086" kern="1200">
        <a:solidFill>
          <a:schemeClr val="tx1"/>
        </a:solidFill>
        <a:latin typeface="+mn-lt"/>
        <a:ea typeface="+mn-ea"/>
        <a:cs typeface="+mn-cs"/>
      </a:defRPr>
    </a:lvl2pPr>
    <a:lvl3pPr marL="1589684" algn="l" defTabSz="1589684" rtl="0" eaLnBrk="1" latinLnBrk="0" hangingPunct="1">
      <a:defRPr sz="2086" kern="1200">
        <a:solidFill>
          <a:schemeClr val="tx1"/>
        </a:solidFill>
        <a:latin typeface="+mn-lt"/>
        <a:ea typeface="+mn-ea"/>
        <a:cs typeface="+mn-cs"/>
      </a:defRPr>
    </a:lvl3pPr>
    <a:lvl4pPr marL="2384527" algn="l" defTabSz="1589684" rtl="0" eaLnBrk="1" latinLnBrk="0" hangingPunct="1">
      <a:defRPr sz="2086" kern="1200">
        <a:solidFill>
          <a:schemeClr val="tx1"/>
        </a:solidFill>
        <a:latin typeface="+mn-lt"/>
        <a:ea typeface="+mn-ea"/>
        <a:cs typeface="+mn-cs"/>
      </a:defRPr>
    </a:lvl4pPr>
    <a:lvl5pPr marL="3179369" algn="l" defTabSz="1589684" rtl="0" eaLnBrk="1" latinLnBrk="0" hangingPunct="1">
      <a:defRPr sz="2086" kern="1200">
        <a:solidFill>
          <a:schemeClr val="tx1"/>
        </a:solidFill>
        <a:latin typeface="+mn-lt"/>
        <a:ea typeface="+mn-ea"/>
        <a:cs typeface="+mn-cs"/>
      </a:defRPr>
    </a:lvl5pPr>
    <a:lvl6pPr marL="3974211" algn="l" defTabSz="1589684" rtl="0" eaLnBrk="1" latinLnBrk="0" hangingPunct="1">
      <a:defRPr sz="2086" kern="1200">
        <a:solidFill>
          <a:schemeClr val="tx1"/>
        </a:solidFill>
        <a:latin typeface="+mn-lt"/>
        <a:ea typeface="+mn-ea"/>
        <a:cs typeface="+mn-cs"/>
      </a:defRPr>
    </a:lvl6pPr>
    <a:lvl7pPr marL="4769053" algn="l" defTabSz="1589684" rtl="0" eaLnBrk="1" latinLnBrk="0" hangingPunct="1">
      <a:defRPr sz="2086" kern="1200">
        <a:solidFill>
          <a:schemeClr val="tx1"/>
        </a:solidFill>
        <a:latin typeface="+mn-lt"/>
        <a:ea typeface="+mn-ea"/>
        <a:cs typeface="+mn-cs"/>
      </a:defRPr>
    </a:lvl7pPr>
    <a:lvl8pPr marL="5563895" algn="l" defTabSz="1589684" rtl="0" eaLnBrk="1" latinLnBrk="0" hangingPunct="1">
      <a:defRPr sz="2086" kern="1200">
        <a:solidFill>
          <a:schemeClr val="tx1"/>
        </a:solidFill>
        <a:latin typeface="+mn-lt"/>
        <a:ea typeface="+mn-ea"/>
        <a:cs typeface="+mn-cs"/>
      </a:defRPr>
    </a:lvl8pPr>
    <a:lvl9pPr marL="6358738" algn="l" defTabSz="1589684" rtl="0" eaLnBrk="1" latinLnBrk="0" hangingPunct="1">
      <a:defRPr sz="208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36575" y="1143000"/>
            <a:ext cx="578485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80C59B-693A-45F6-8E66-7FD0996DAE9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119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8AAA01-272B-E222-BEF7-0130B1234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9941" y="1885414"/>
            <a:ext cx="16199644" cy="401083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FE7569-DE97-28DE-AA6E-93E9B1B63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9941" y="6050924"/>
            <a:ext cx="16199644" cy="27814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BCB150-822C-8E75-D25A-0495A53A6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0B25B-3408-475B-A3AF-B54B5CA1E603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819030-F298-68F1-3F64-CD7996E05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9FC8FF-62D5-A1E2-56D4-A8A7D0B65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66D5-C9E1-497A-B0EB-B368A8B792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26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4D4A6F-3126-EFAB-3D63-5897440D0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69C2F4-3F31-7537-D75C-2D6104141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605685-8947-1CDB-17A6-29DAB8D9F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0B25B-3408-475B-A3AF-B54B5CA1E603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4E4E7B-7A4E-A459-C776-9B79DC972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A11C52-D2F3-1BB1-AA4F-3C712CA72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66D5-C9E1-497A-B0EB-B368A8B792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234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FAA6E5-3B60-4F20-D7E8-3FA695086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718" y="2872123"/>
            <a:ext cx="18629590" cy="479220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31431B-9F9A-4EF3-B439-5B5A98F14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3718" y="7709662"/>
            <a:ext cx="18629590" cy="252010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6A6FBD-F18C-BA26-645A-3AB234BC5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0B25B-3408-475B-A3AF-B54B5CA1E603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D01196-EFBE-48BB-2304-D13AFAD98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749D2B-D694-C0CD-53A3-FFFABFF88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66D5-C9E1-497A-B0EB-B368A8B792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11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8B30C8-D05D-D805-4240-79CB3713C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918F2C-0F01-CA50-B547-B577E7981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4967" y="3066796"/>
            <a:ext cx="9179798" cy="73096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00A981-0E16-5ED5-726D-0A9262E7A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34760" y="3066796"/>
            <a:ext cx="9179798" cy="73096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79E551-594F-A2EC-FBF3-020FCD9EA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0B25B-3408-475B-A3AF-B54B5CA1E603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AAF123-C4B1-3B67-FD3E-3815E2911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D2711E-44AA-0AAB-64D2-8A36E838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66D5-C9E1-497A-B0EB-B368A8B792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751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9399FF-6CFD-6ED9-1E87-3EEBBF6FF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781" y="613360"/>
            <a:ext cx="18629590" cy="22267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FC902E-353B-AFA7-57EF-B99CD6D85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7781" y="2824120"/>
            <a:ext cx="9137611" cy="138405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3994B8-623E-FD2B-1FEB-8A2F21FBA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87781" y="4208178"/>
            <a:ext cx="9137611" cy="61895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956E158-8424-82F4-FBF4-0B94020B35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934760" y="2824120"/>
            <a:ext cx="9182611" cy="138405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3CA4AE0-968C-CB0B-3BF0-5458BBB64D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934760" y="4208178"/>
            <a:ext cx="9182611" cy="61895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CF24C4D-74B4-8413-4D2F-A7EDDC8D1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0B25B-3408-475B-A3AF-B54B5CA1E603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EB1EE17-8586-F7CC-67A6-992F101E0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92C258C-E12E-173C-A7A3-71AC395B9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66D5-C9E1-497A-B0EB-B368A8B792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4052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374D13-975A-295A-A3B5-9978DE4CF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45D804-4C8B-9D75-390E-96A4ABD80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0B25B-3408-475B-A3AF-B54B5CA1E603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5A130B6-1C7A-528B-07DF-94CD0704E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E77840-8E8F-9511-DC65-D786C7BA3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66D5-C9E1-497A-B0EB-B368A8B792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279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0D8D73-A71D-AAAD-B462-468850717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0B25B-3408-475B-A3AF-B54B5CA1E603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3CED301-1462-70F2-D2E0-8A5CE1521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7CBBE2-FA06-D592-DD71-8D0BC3747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66D5-C9E1-497A-B0EB-B368A8B792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597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715F7A-20C0-769E-82A7-BED4973FE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782" y="768032"/>
            <a:ext cx="6966408" cy="268811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5E04F4-24A7-542A-2C7B-5A7A632C2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2611" y="1658738"/>
            <a:ext cx="10934760" cy="81870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2806E5-F545-CB8C-BE4F-DBD88A3C9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7782" y="3456146"/>
            <a:ext cx="6966408" cy="640293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A6BAFC-FFA8-A24B-C59A-FD7CA4C89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0B25B-3408-475B-A3AF-B54B5CA1E603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A0715C-540F-3EEE-D31B-CB3FE7CDB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E2FA57-A592-5912-DF5E-3DB1748FC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66D5-C9E1-497A-B0EB-B368A8B792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216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61C221-289F-2EC5-DF03-9833CAF4A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782" y="768032"/>
            <a:ext cx="6966408" cy="268811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9548F97-FB28-46B7-440B-8E614A050D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182611" y="1658738"/>
            <a:ext cx="10934760" cy="81870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2705A2-1498-EF5E-19AF-2A0242A71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7782" y="3456146"/>
            <a:ext cx="6966408" cy="640293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3419EB-8405-5F96-4A8D-9ABBF72A5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0B25B-3408-475B-A3AF-B54B5CA1E603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CE21FB-3D3B-3F3B-C7D8-8D788EF5D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34C8AE-EC86-1963-4A60-E6AEF4F2F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66D5-C9E1-497A-B0EB-B368A8B792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523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9E868F-876A-9FAA-4D0C-D1DE80362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8E1715-E3EF-7CC6-FBDC-1EBF36475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47A6DE-F404-907C-6A3F-C772CFB83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0B25B-3408-475B-A3AF-B54B5CA1E603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3FF7DD-6225-EDDE-400C-0964AB8B8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EFA059-1E40-0A45-F682-CFCAEB493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66D5-C9E1-497A-B0EB-B368A8B792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05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24103C5-B662-49FA-F971-B2559050BC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5457160" y="613359"/>
            <a:ext cx="4657398" cy="976308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D91C59-D407-2110-1D43-734545744C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84967" y="613359"/>
            <a:ext cx="13702199" cy="976308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366400-20B6-9664-4457-190BB355B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0B25B-3408-475B-A3AF-B54B5CA1E603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80AA55-58DE-4B75-84EB-6DA5D4E5D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4EA217-E49B-1091-16D2-92AF8953C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66D5-C9E1-497A-B0EB-B368A8B792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055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D8C2858-B350-A3FD-0B91-5B51E75EC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968" y="613360"/>
            <a:ext cx="18629590" cy="222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0DF5B2-AA12-D9F4-0EDD-4C14B14F1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968" y="3066796"/>
            <a:ext cx="18629590" cy="7309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9427E8-2D60-904E-1C14-0FD1CB804D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84967" y="10677787"/>
            <a:ext cx="4859893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10B25B-3408-475B-A3AF-B54B5CA1E603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3B983C-8157-5684-BE0D-C071FFED10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4843" y="10677787"/>
            <a:ext cx="7289840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C9F3BB-C8B9-1142-F4B4-8E67D0BF5E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254665" y="10677787"/>
            <a:ext cx="4859893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FD66D5-C9E1-497A-B0EB-B368A8B792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528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17.wmf"/><Relationship Id="rId39" Type="http://schemas.openxmlformats.org/officeDocument/2006/relationships/oleObject" Target="../embeddings/oleObject6.bin"/><Relationship Id="rId34" Type="http://schemas.openxmlformats.org/officeDocument/2006/relationships/image" Target="../media/image22.wmf"/><Relationship Id="rId42" Type="http://schemas.openxmlformats.org/officeDocument/2006/relationships/image" Target="../media/image26.wmf"/><Relationship Id="rId47" Type="http://schemas.openxmlformats.org/officeDocument/2006/relationships/image" Target="../media/image29.wmf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oleObject" Target="../embeddings/oleObject1.bin"/><Relationship Id="rId41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1.png"/><Relationship Id="rId32" Type="http://schemas.openxmlformats.org/officeDocument/2006/relationships/image" Target="../media/image21.wmf"/><Relationship Id="rId37" Type="http://schemas.openxmlformats.org/officeDocument/2006/relationships/oleObject" Target="../embeddings/oleObject5.bin"/><Relationship Id="rId40" Type="http://schemas.openxmlformats.org/officeDocument/2006/relationships/image" Target="../media/image25.wmf"/><Relationship Id="rId45" Type="http://schemas.openxmlformats.org/officeDocument/2006/relationships/oleObject" Target="../embeddings/oleObject9.bin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0.png"/><Relationship Id="rId28" Type="http://schemas.openxmlformats.org/officeDocument/2006/relationships/image" Target="../media/image19.wmf"/><Relationship Id="rId36" Type="http://schemas.openxmlformats.org/officeDocument/2006/relationships/image" Target="../media/image23.wmf"/><Relationship Id="rId10" Type="http://schemas.openxmlformats.org/officeDocument/2006/relationships/image" Target="../media/image8.png"/><Relationship Id="rId31" Type="http://schemas.openxmlformats.org/officeDocument/2006/relationships/oleObject" Target="../embeddings/oleObject2.bin"/><Relationship Id="rId44" Type="http://schemas.openxmlformats.org/officeDocument/2006/relationships/image" Target="../media/image27.wmf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19.png"/><Relationship Id="rId27" Type="http://schemas.openxmlformats.org/officeDocument/2006/relationships/image" Target="../media/image18.png"/><Relationship Id="rId30" Type="http://schemas.openxmlformats.org/officeDocument/2006/relationships/image" Target="../media/image20.wmf"/><Relationship Id="rId35" Type="http://schemas.openxmlformats.org/officeDocument/2006/relationships/oleObject" Target="../embeddings/oleObject4.bin"/><Relationship Id="rId43" Type="http://schemas.openxmlformats.org/officeDocument/2006/relationships/oleObject" Target="../embeddings/oleObject8.bin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2.png"/><Relationship Id="rId33" Type="http://schemas.openxmlformats.org/officeDocument/2006/relationships/oleObject" Target="../embeddings/oleObject3.bin"/><Relationship Id="rId38" Type="http://schemas.openxmlformats.org/officeDocument/2006/relationships/image" Target="../media/image24.wmf"/><Relationship Id="rId46" Type="http://schemas.openxmlformats.org/officeDocument/2006/relationships/image" Target="../media/image2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矩形 168">
            <a:extLst>
              <a:ext uri="{FF2B5EF4-FFF2-40B4-BE49-F238E27FC236}">
                <a16:creationId xmlns:a16="http://schemas.microsoft.com/office/drawing/2014/main" id="{421B4989-3FEC-5A89-1868-8F1CC0D8E8CC}"/>
              </a:ext>
            </a:extLst>
          </p:cNvPr>
          <p:cNvSpPr/>
          <p:nvPr/>
        </p:nvSpPr>
        <p:spPr>
          <a:xfrm>
            <a:off x="11025787" y="4731631"/>
            <a:ext cx="3701954" cy="2014755"/>
          </a:xfrm>
          <a:prstGeom prst="rect">
            <a:avLst/>
          </a:prstGeom>
          <a:solidFill>
            <a:srgbClr val="F2FBFE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616A53-7333-9F72-ADC9-33296560D8A0}"/>
              </a:ext>
            </a:extLst>
          </p:cNvPr>
          <p:cNvSpPr/>
          <p:nvPr/>
        </p:nvSpPr>
        <p:spPr>
          <a:xfrm>
            <a:off x="7263836" y="2762586"/>
            <a:ext cx="7472517" cy="1687645"/>
          </a:xfrm>
          <a:prstGeom prst="rect">
            <a:avLst/>
          </a:prstGeom>
          <a:solidFill>
            <a:srgbClr val="F2FAFD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E4C9FF3-701A-5906-311F-3FA2100BD271}"/>
              </a:ext>
            </a:extLst>
          </p:cNvPr>
          <p:cNvGrpSpPr/>
          <p:nvPr/>
        </p:nvGrpSpPr>
        <p:grpSpPr>
          <a:xfrm>
            <a:off x="9966065" y="2566346"/>
            <a:ext cx="2184556" cy="369332"/>
            <a:chOff x="4761402" y="52986"/>
            <a:chExt cx="2184556" cy="369332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397DD0C-A2F3-E1AF-DC13-077061D0E33E}"/>
                </a:ext>
              </a:extLst>
            </p:cNvPr>
            <p:cNvSpPr/>
            <p:nvPr/>
          </p:nvSpPr>
          <p:spPr>
            <a:xfrm>
              <a:off x="4784054" y="88291"/>
              <a:ext cx="2017986" cy="2995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E64B1FF-26F9-9CCD-7B65-E4295DAA3C8C}"/>
                </a:ext>
              </a:extLst>
            </p:cNvPr>
            <p:cNvSpPr txBox="1"/>
            <p:nvPr/>
          </p:nvSpPr>
          <p:spPr>
            <a:xfrm>
              <a:off x="4761402" y="52986"/>
              <a:ext cx="2184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800" dirty="0">
                  <a:latin typeface="Apple Symbols" panose="02000000000000000000" pitchFamily="2" charset="-79"/>
                  <a:ea typeface="Apple Symbols" panose="02000000000000000000" pitchFamily="2" charset="-79"/>
                  <a:cs typeface="Apple Symbols" panose="02000000000000000000" pitchFamily="2" charset="-79"/>
                </a:rPr>
                <a:t>Wake-Active Inference </a:t>
              </a:r>
              <a:endParaRPr kumimoji="1" lang="zh-CN" altLang="en-US" sz="18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endParaRP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CBA0043F-6261-82AB-E732-C7A66F9CD058}"/>
              </a:ext>
            </a:extLst>
          </p:cNvPr>
          <p:cNvSpPr/>
          <p:nvPr/>
        </p:nvSpPr>
        <p:spPr>
          <a:xfrm>
            <a:off x="7263836" y="4739791"/>
            <a:ext cx="3649858" cy="2014755"/>
          </a:xfrm>
          <a:prstGeom prst="rect">
            <a:avLst/>
          </a:prstGeom>
          <a:solidFill>
            <a:srgbClr val="F2FBFE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4D31E18-6B64-31F5-DA08-A655F595BF94}"/>
              </a:ext>
            </a:extLst>
          </p:cNvPr>
          <p:cNvGrpSpPr/>
          <p:nvPr/>
        </p:nvGrpSpPr>
        <p:grpSpPr>
          <a:xfrm>
            <a:off x="7579102" y="4586209"/>
            <a:ext cx="2389346" cy="369332"/>
            <a:chOff x="2220740" y="2350634"/>
            <a:chExt cx="2389346" cy="369332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D55892B-1884-0030-B0ED-EC89D8A9EA35}"/>
                </a:ext>
              </a:extLst>
            </p:cNvPr>
            <p:cNvSpPr/>
            <p:nvPr/>
          </p:nvSpPr>
          <p:spPr>
            <a:xfrm>
              <a:off x="2220740" y="2374497"/>
              <a:ext cx="2269754" cy="2995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1F506694-122E-FABA-B215-D2A4A9BF4017}"/>
                </a:ext>
              </a:extLst>
            </p:cNvPr>
            <p:cNvSpPr txBox="1"/>
            <p:nvPr/>
          </p:nvSpPr>
          <p:spPr>
            <a:xfrm>
              <a:off x="2256381" y="2350634"/>
              <a:ext cx="23537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800" dirty="0">
                  <a:latin typeface="Apple Symbols" panose="02000000000000000000" pitchFamily="2" charset="-79"/>
                  <a:ea typeface="Apple Symbols" panose="02000000000000000000" pitchFamily="2" charset="-79"/>
                  <a:cs typeface="Apple Symbols" panose="02000000000000000000" pitchFamily="2" charset="-79"/>
                </a:rPr>
                <a:t>Sleep-Model Optimization</a:t>
              </a:r>
              <a:endParaRPr kumimoji="1" lang="zh-CN" altLang="en-US" sz="18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endParaRP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FD0CC13D-D6B6-E285-7442-9AF30465D5BC}"/>
              </a:ext>
            </a:extLst>
          </p:cNvPr>
          <p:cNvSpPr/>
          <p:nvPr/>
        </p:nvSpPr>
        <p:spPr>
          <a:xfrm>
            <a:off x="7340282" y="2810817"/>
            <a:ext cx="1965960" cy="158650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A23978-2839-524B-D153-57D44B80B334}"/>
              </a:ext>
            </a:extLst>
          </p:cNvPr>
          <p:cNvSpPr txBox="1"/>
          <p:nvPr/>
        </p:nvSpPr>
        <p:spPr>
          <a:xfrm>
            <a:off x="7790721" y="2769583"/>
            <a:ext cx="10914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World Model</a:t>
            </a:r>
            <a:endParaRPr kumimoji="1" lang="zh-CN" altLang="en-US" sz="16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FBEAE218-7852-B0D2-4647-C45E7B329054}"/>
              </a:ext>
            </a:extLst>
          </p:cNvPr>
          <p:cNvSpPr/>
          <p:nvPr/>
        </p:nvSpPr>
        <p:spPr>
          <a:xfrm>
            <a:off x="7522644" y="3010068"/>
            <a:ext cx="232579" cy="60067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D3FCC228-8F40-D1E4-7CFB-471EF883368D}"/>
              </a:ext>
            </a:extLst>
          </p:cNvPr>
          <p:cNvSpPr/>
          <p:nvPr/>
        </p:nvSpPr>
        <p:spPr>
          <a:xfrm>
            <a:off x="7892683" y="3010068"/>
            <a:ext cx="232579" cy="60067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9CA35AE2-9842-61F1-BE25-B6020CE71E4E}"/>
              </a:ext>
            </a:extLst>
          </p:cNvPr>
          <p:cNvSpPr/>
          <p:nvPr/>
        </p:nvSpPr>
        <p:spPr>
          <a:xfrm>
            <a:off x="8262722" y="3010068"/>
            <a:ext cx="232579" cy="60067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57775DA9-EE9D-C9DC-86C4-22658B6BA94F}"/>
              </a:ext>
            </a:extLst>
          </p:cNvPr>
          <p:cNvSpPr/>
          <p:nvPr/>
        </p:nvSpPr>
        <p:spPr>
          <a:xfrm>
            <a:off x="8882140" y="3010068"/>
            <a:ext cx="232579" cy="60067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65B4B7D4-BCE6-BE10-DC53-AE820B274A77}"/>
              </a:ext>
            </a:extLst>
          </p:cNvPr>
          <p:cNvSpPr/>
          <p:nvPr/>
        </p:nvSpPr>
        <p:spPr>
          <a:xfrm>
            <a:off x="7567608" y="3050464"/>
            <a:ext cx="144000" cy="14423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81B2800-679F-0C27-683F-33BD2ACE1750}"/>
              </a:ext>
            </a:extLst>
          </p:cNvPr>
          <p:cNvSpPr/>
          <p:nvPr/>
        </p:nvSpPr>
        <p:spPr>
          <a:xfrm>
            <a:off x="7567608" y="3236568"/>
            <a:ext cx="144000" cy="14423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F24A7B4E-4CC6-012A-4D68-5F8846550967}"/>
              </a:ext>
            </a:extLst>
          </p:cNvPr>
          <p:cNvSpPr/>
          <p:nvPr/>
        </p:nvSpPr>
        <p:spPr>
          <a:xfrm>
            <a:off x="7567608" y="3422671"/>
            <a:ext cx="144000" cy="14423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0B250E23-9755-AE5E-19AF-AFB26B71DD74}"/>
              </a:ext>
            </a:extLst>
          </p:cNvPr>
          <p:cNvSpPr/>
          <p:nvPr/>
        </p:nvSpPr>
        <p:spPr>
          <a:xfrm>
            <a:off x="7943537" y="3050464"/>
            <a:ext cx="144000" cy="14423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DF95A9C5-7D09-138F-7448-5902596D5111}"/>
              </a:ext>
            </a:extLst>
          </p:cNvPr>
          <p:cNvSpPr/>
          <p:nvPr/>
        </p:nvSpPr>
        <p:spPr>
          <a:xfrm>
            <a:off x="7943537" y="3236568"/>
            <a:ext cx="144000" cy="14423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9F490FE0-2452-B010-1B1A-AF83366B4E6D}"/>
              </a:ext>
            </a:extLst>
          </p:cNvPr>
          <p:cNvSpPr/>
          <p:nvPr/>
        </p:nvSpPr>
        <p:spPr>
          <a:xfrm>
            <a:off x="7943537" y="3422671"/>
            <a:ext cx="144000" cy="14423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657AD94F-9987-E767-8E02-17C5411AE8AF}"/>
              </a:ext>
            </a:extLst>
          </p:cNvPr>
          <p:cNvSpPr/>
          <p:nvPr/>
        </p:nvSpPr>
        <p:spPr>
          <a:xfrm>
            <a:off x="8316626" y="3050464"/>
            <a:ext cx="144000" cy="14423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DE7BF9E0-DBDF-5A2E-0349-48E5DD73C750}"/>
              </a:ext>
            </a:extLst>
          </p:cNvPr>
          <p:cNvSpPr/>
          <p:nvPr/>
        </p:nvSpPr>
        <p:spPr>
          <a:xfrm>
            <a:off x="8316626" y="3236568"/>
            <a:ext cx="144000" cy="14423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F30E5F33-E3FD-AE0D-BB78-8248DF341A18}"/>
              </a:ext>
            </a:extLst>
          </p:cNvPr>
          <p:cNvSpPr/>
          <p:nvPr/>
        </p:nvSpPr>
        <p:spPr>
          <a:xfrm>
            <a:off x="8316626" y="3422671"/>
            <a:ext cx="144000" cy="14423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8FE61B8D-4B49-08CE-5D20-CA48A22A5278}"/>
              </a:ext>
            </a:extLst>
          </p:cNvPr>
          <p:cNvSpPr/>
          <p:nvPr/>
        </p:nvSpPr>
        <p:spPr>
          <a:xfrm>
            <a:off x="8935648" y="3054631"/>
            <a:ext cx="144000" cy="14423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841BA1EE-C094-9B0D-3F21-8A82B73386CF}"/>
              </a:ext>
            </a:extLst>
          </p:cNvPr>
          <p:cNvSpPr/>
          <p:nvPr/>
        </p:nvSpPr>
        <p:spPr>
          <a:xfrm>
            <a:off x="8935648" y="3240735"/>
            <a:ext cx="144000" cy="14423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D7063521-C65C-3570-FE17-62F1C687F330}"/>
              </a:ext>
            </a:extLst>
          </p:cNvPr>
          <p:cNvSpPr/>
          <p:nvPr/>
        </p:nvSpPr>
        <p:spPr>
          <a:xfrm>
            <a:off x="8935648" y="3426838"/>
            <a:ext cx="144000" cy="14423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20D6C41E-E629-C13A-EA16-519F87551466}"/>
              </a:ext>
            </a:extLst>
          </p:cNvPr>
          <p:cNvCxnSpPr/>
          <p:nvPr/>
        </p:nvCxnSpPr>
        <p:spPr>
          <a:xfrm>
            <a:off x="7703445" y="3132825"/>
            <a:ext cx="23192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B406DE8B-1AD5-A35F-4FCE-0C7AEC3D84B0}"/>
              </a:ext>
            </a:extLst>
          </p:cNvPr>
          <p:cNvCxnSpPr/>
          <p:nvPr/>
        </p:nvCxnSpPr>
        <p:spPr>
          <a:xfrm>
            <a:off x="7703086" y="3298975"/>
            <a:ext cx="23192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E19314B2-0F30-9718-4D2A-CC22BDE0F175}"/>
              </a:ext>
            </a:extLst>
          </p:cNvPr>
          <p:cNvCxnSpPr/>
          <p:nvPr/>
        </p:nvCxnSpPr>
        <p:spPr>
          <a:xfrm>
            <a:off x="7703445" y="3484605"/>
            <a:ext cx="23192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F5601F81-8B4E-E2D0-5371-B587322AECD5}"/>
              </a:ext>
            </a:extLst>
          </p:cNvPr>
          <p:cNvCxnSpPr/>
          <p:nvPr/>
        </p:nvCxnSpPr>
        <p:spPr>
          <a:xfrm>
            <a:off x="8076534" y="3132825"/>
            <a:ext cx="23192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5E3AEFE1-7986-CAF8-5F82-26DCCFDB6708}"/>
              </a:ext>
            </a:extLst>
          </p:cNvPr>
          <p:cNvCxnSpPr/>
          <p:nvPr/>
        </p:nvCxnSpPr>
        <p:spPr>
          <a:xfrm>
            <a:off x="8076534" y="3298975"/>
            <a:ext cx="23192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02145EE3-2716-B888-7CB2-CFC6EE494E35}"/>
              </a:ext>
            </a:extLst>
          </p:cNvPr>
          <p:cNvCxnSpPr/>
          <p:nvPr/>
        </p:nvCxnSpPr>
        <p:spPr>
          <a:xfrm>
            <a:off x="8076534" y="3484605"/>
            <a:ext cx="23192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B58D4B92-2B0D-55BD-58AE-65D05A9F2DCB}"/>
              </a:ext>
            </a:extLst>
          </p:cNvPr>
          <p:cNvCxnSpPr/>
          <p:nvPr/>
        </p:nvCxnSpPr>
        <p:spPr>
          <a:xfrm>
            <a:off x="8460626" y="3132825"/>
            <a:ext cx="144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98C64697-3F3E-B7FC-6E88-EFF4B888779A}"/>
              </a:ext>
            </a:extLst>
          </p:cNvPr>
          <p:cNvCxnSpPr/>
          <p:nvPr/>
        </p:nvCxnSpPr>
        <p:spPr>
          <a:xfrm>
            <a:off x="8460626" y="3306996"/>
            <a:ext cx="144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A6765BEC-BA89-4D53-0D93-4618C2856683}"/>
              </a:ext>
            </a:extLst>
          </p:cNvPr>
          <p:cNvCxnSpPr/>
          <p:nvPr/>
        </p:nvCxnSpPr>
        <p:spPr>
          <a:xfrm>
            <a:off x="8460626" y="3484605"/>
            <a:ext cx="144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814738A3-0567-7239-7EC1-191212B2DA73}"/>
              </a:ext>
            </a:extLst>
          </p:cNvPr>
          <p:cNvSpPr txBox="1"/>
          <p:nvPr/>
        </p:nvSpPr>
        <p:spPr>
          <a:xfrm>
            <a:off x="8522601" y="2941248"/>
            <a:ext cx="317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…</a:t>
            </a:r>
            <a:endParaRPr kumimoji="1" lang="zh-CN" altLang="en-US" sz="14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EBED929-5519-2855-E088-895C2E6F3901}"/>
              </a:ext>
            </a:extLst>
          </p:cNvPr>
          <p:cNvSpPr txBox="1"/>
          <p:nvPr/>
        </p:nvSpPr>
        <p:spPr>
          <a:xfrm>
            <a:off x="8530111" y="3111158"/>
            <a:ext cx="317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…</a:t>
            </a:r>
            <a:endParaRPr kumimoji="1" lang="zh-CN" altLang="en-US" sz="14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800AB30-DFAA-8E68-4F24-E8C950CE3453}"/>
              </a:ext>
            </a:extLst>
          </p:cNvPr>
          <p:cNvSpPr txBox="1"/>
          <p:nvPr/>
        </p:nvSpPr>
        <p:spPr>
          <a:xfrm>
            <a:off x="8522851" y="3292814"/>
            <a:ext cx="317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…</a:t>
            </a:r>
            <a:endParaRPr kumimoji="1" lang="zh-CN" altLang="en-US" sz="14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526DF495-E18B-6D4D-2188-9746D43591DC}"/>
              </a:ext>
            </a:extLst>
          </p:cNvPr>
          <p:cNvCxnSpPr/>
          <p:nvPr/>
        </p:nvCxnSpPr>
        <p:spPr>
          <a:xfrm>
            <a:off x="8783484" y="3128241"/>
            <a:ext cx="144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F7426E07-14DE-8BE1-B15B-EED5DB44B965}"/>
              </a:ext>
            </a:extLst>
          </p:cNvPr>
          <p:cNvCxnSpPr/>
          <p:nvPr/>
        </p:nvCxnSpPr>
        <p:spPr>
          <a:xfrm>
            <a:off x="8783484" y="3302412"/>
            <a:ext cx="144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4D594645-699F-85E9-E13A-85F80C389138}"/>
              </a:ext>
            </a:extLst>
          </p:cNvPr>
          <p:cNvCxnSpPr/>
          <p:nvPr/>
        </p:nvCxnSpPr>
        <p:spPr>
          <a:xfrm>
            <a:off x="8783484" y="3480021"/>
            <a:ext cx="144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A1471CEB-89D4-0B8D-D430-FD0E70BE7022}"/>
              </a:ext>
            </a:extLst>
          </p:cNvPr>
          <p:cNvSpPr/>
          <p:nvPr/>
        </p:nvSpPr>
        <p:spPr>
          <a:xfrm>
            <a:off x="7520304" y="3690809"/>
            <a:ext cx="232579" cy="19767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C63114A1-C9CB-8A87-BD86-BAE911080756}"/>
              </a:ext>
            </a:extLst>
          </p:cNvPr>
          <p:cNvSpPr/>
          <p:nvPr/>
        </p:nvSpPr>
        <p:spPr>
          <a:xfrm>
            <a:off x="7892683" y="3690809"/>
            <a:ext cx="232579" cy="19767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F7D8183B-0137-D592-F638-C18C995BCBB5}"/>
              </a:ext>
            </a:extLst>
          </p:cNvPr>
          <p:cNvSpPr/>
          <p:nvPr/>
        </p:nvSpPr>
        <p:spPr>
          <a:xfrm>
            <a:off x="8262722" y="3690809"/>
            <a:ext cx="232579" cy="19767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5044BCD6-FF09-00E2-597B-7F5BFDBDC888}"/>
              </a:ext>
            </a:extLst>
          </p:cNvPr>
          <p:cNvSpPr/>
          <p:nvPr/>
        </p:nvSpPr>
        <p:spPr>
          <a:xfrm>
            <a:off x="8883195" y="3690809"/>
            <a:ext cx="232579" cy="19767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5F1F9FAE-44BB-A822-C007-854E07DE30E4}"/>
                  </a:ext>
                </a:extLst>
              </p:cNvPr>
              <p:cNvSpPr txBox="1"/>
              <p:nvPr/>
            </p:nvSpPr>
            <p:spPr>
              <a:xfrm>
                <a:off x="7516740" y="2977322"/>
                <a:ext cx="13753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5F1F9FAE-44BB-A822-C007-854E07DE3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740" y="2977322"/>
                <a:ext cx="137535" cy="246221"/>
              </a:xfrm>
              <a:prstGeom prst="rect">
                <a:avLst/>
              </a:prstGeom>
              <a:blipFill>
                <a:blip r:embed="rId3"/>
                <a:stretch>
                  <a:fillRect r="-5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92B642EF-7CFC-C727-9280-79355E38B271}"/>
                  </a:ext>
                </a:extLst>
              </p:cNvPr>
              <p:cNvSpPr txBox="1"/>
              <p:nvPr/>
            </p:nvSpPr>
            <p:spPr>
              <a:xfrm>
                <a:off x="7866810" y="2978468"/>
                <a:ext cx="20000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92B642EF-7CFC-C727-9280-79355E38B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6810" y="2978468"/>
                <a:ext cx="200006" cy="246221"/>
              </a:xfrm>
              <a:prstGeom prst="rect">
                <a:avLst/>
              </a:prstGeom>
              <a:blipFill>
                <a:blip r:embed="rId4"/>
                <a:stretch>
                  <a:fillRect r="-17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06A48C89-8FAE-B5BD-0DD2-0A69673F5E96}"/>
                  </a:ext>
                </a:extLst>
              </p:cNvPr>
              <p:cNvSpPr txBox="1"/>
              <p:nvPr/>
            </p:nvSpPr>
            <p:spPr>
              <a:xfrm>
                <a:off x="8190482" y="2975736"/>
                <a:ext cx="39172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06A48C89-8FAE-B5BD-0DD2-0A69673F5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0482" y="2975736"/>
                <a:ext cx="391721" cy="2462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FA11C82F-9F8C-A12E-A2B7-38C7804B117C}"/>
                  </a:ext>
                </a:extLst>
              </p:cNvPr>
              <p:cNvSpPr txBox="1"/>
              <p:nvPr/>
            </p:nvSpPr>
            <p:spPr>
              <a:xfrm>
                <a:off x="8817277" y="2982226"/>
                <a:ext cx="39172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FA11C82F-9F8C-A12E-A2B7-38C7804B1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7277" y="2982226"/>
                <a:ext cx="391721" cy="2462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AAECE869-2C31-E83D-340A-0421B2DFF187}"/>
                  </a:ext>
                </a:extLst>
              </p:cNvPr>
              <p:cNvSpPr txBox="1"/>
              <p:nvPr/>
            </p:nvSpPr>
            <p:spPr>
              <a:xfrm>
                <a:off x="7493941" y="3164563"/>
                <a:ext cx="17032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AAECE869-2C31-E83D-340A-0421B2DFF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941" y="3164563"/>
                <a:ext cx="170323" cy="246221"/>
              </a:xfrm>
              <a:prstGeom prst="rect">
                <a:avLst/>
              </a:prstGeom>
              <a:blipFill>
                <a:blip r:embed="rId7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B770460C-9CD9-FB93-2B41-A7E52735067A}"/>
                  </a:ext>
                </a:extLst>
              </p:cNvPr>
              <p:cNvSpPr txBox="1"/>
              <p:nvPr/>
            </p:nvSpPr>
            <p:spPr>
              <a:xfrm>
                <a:off x="7822675" y="3159567"/>
                <a:ext cx="39172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B770460C-9CD9-FB93-2B41-A7E527350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2675" y="3159567"/>
                <a:ext cx="391721" cy="2462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09A69C0E-C191-BFB3-D796-B93F595CA383}"/>
                  </a:ext>
                </a:extLst>
              </p:cNvPr>
              <p:cNvSpPr txBox="1"/>
              <p:nvPr/>
            </p:nvSpPr>
            <p:spPr>
              <a:xfrm>
                <a:off x="8192072" y="3159222"/>
                <a:ext cx="39172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09A69C0E-C191-BFB3-D796-B93F595CA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072" y="3159222"/>
                <a:ext cx="391721" cy="2462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D75AB920-2CE4-48A0-A1CE-9C38508169FC}"/>
                  </a:ext>
                </a:extLst>
              </p:cNvPr>
              <p:cNvSpPr txBox="1"/>
              <p:nvPr/>
            </p:nvSpPr>
            <p:spPr>
              <a:xfrm>
                <a:off x="8811787" y="3164563"/>
                <a:ext cx="39172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D75AB920-2CE4-48A0-A1CE-9C3850816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1787" y="3164563"/>
                <a:ext cx="391721" cy="2462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55F5AC47-300E-0800-BC35-6B85B6C33444}"/>
                  </a:ext>
                </a:extLst>
              </p:cNvPr>
              <p:cNvSpPr txBox="1"/>
              <p:nvPr/>
            </p:nvSpPr>
            <p:spPr>
              <a:xfrm>
                <a:off x="7518816" y="3348117"/>
                <a:ext cx="12119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55F5AC47-300E-0800-BC35-6B85B6C33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8816" y="3348117"/>
                <a:ext cx="121196" cy="246221"/>
              </a:xfrm>
              <a:prstGeom prst="rect">
                <a:avLst/>
              </a:prstGeom>
              <a:blipFill>
                <a:blip r:embed="rId11"/>
                <a:stretch>
                  <a:fillRect r="-6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2EE1F020-AFDA-09CA-C406-2206E8FE2FF1}"/>
                  </a:ext>
                </a:extLst>
              </p:cNvPr>
              <p:cNvSpPr txBox="1"/>
              <p:nvPr/>
            </p:nvSpPr>
            <p:spPr>
              <a:xfrm>
                <a:off x="7824575" y="3346442"/>
                <a:ext cx="39172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2EE1F020-AFDA-09CA-C406-2206E8FE2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4575" y="3346442"/>
                <a:ext cx="391721" cy="24622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AB1B57B2-804F-B784-B4C0-406CB46C23B0}"/>
                  </a:ext>
                </a:extLst>
              </p:cNvPr>
              <p:cNvSpPr txBox="1"/>
              <p:nvPr/>
            </p:nvSpPr>
            <p:spPr>
              <a:xfrm>
                <a:off x="8198666" y="3342515"/>
                <a:ext cx="39172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AB1B57B2-804F-B784-B4C0-406CB46C2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8666" y="3342515"/>
                <a:ext cx="391721" cy="24622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4769139A-39BB-D17D-19E3-BB279971F64B}"/>
                  </a:ext>
                </a:extLst>
              </p:cNvPr>
              <p:cNvSpPr txBox="1"/>
              <p:nvPr/>
            </p:nvSpPr>
            <p:spPr>
              <a:xfrm>
                <a:off x="8814068" y="3350010"/>
                <a:ext cx="39172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4769139A-39BB-D17D-19E3-BB279971F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4068" y="3350010"/>
                <a:ext cx="391721" cy="24622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E5400A3F-FD51-90C3-D3E6-D7B71B94642D}"/>
                  </a:ext>
                </a:extLst>
              </p:cNvPr>
              <p:cNvSpPr txBox="1"/>
              <p:nvPr/>
            </p:nvSpPr>
            <p:spPr>
              <a:xfrm>
                <a:off x="7448340" y="3634528"/>
                <a:ext cx="39172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/>
              </a:p>
            </p:txBody>
          </p:sp>
        </mc:Choice>
        <mc:Fallback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E5400A3F-FD51-90C3-D3E6-D7B71B946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8340" y="3634528"/>
                <a:ext cx="391721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0E08E406-0C50-476A-1DFD-43BA042AE97E}"/>
                  </a:ext>
                </a:extLst>
              </p:cNvPr>
              <p:cNvSpPr txBox="1"/>
              <p:nvPr/>
            </p:nvSpPr>
            <p:spPr>
              <a:xfrm>
                <a:off x="7820263" y="3626431"/>
                <a:ext cx="39172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/>
              </a:p>
            </p:txBody>
          </p:sp>
        </mc:Choice>
        <mc:Fallback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0E08E406-0C50-476A-1DFD-43BA042AE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0263" y="3626431"/>
                <a:ext cx="391721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882DDFCA-610A-DCE5-A2E1-3F1435B1DF7D}"/>
                  </a:ext>
                </a:extLst>
              </p:cNvPr>
              <p:cNvSpPr txBox="1"/>
              <p:nvPr/>
            </p:nvSpPr>
            <p:spPr>
              <a:xfrm>
                <a:off x="8187874" y="3626430"/>
                <a:ext cx="39172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/>
              </a:p>
            </p:txBody>
          </p:sp>
        </mc:Choice>
        <mc:Fallback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882DDFCA-610A-DCE5-A2E1-3F1435B1DF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7874" y="3626430"/>
                <a:ext cx="391721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8CE7BC24-3996-7864-9A85-BA8A3C5F4C67}"/>
                  </a:ext>
                </a:extLst>
              </p:cNvPr>
              <p:cNvSpPr txBox="1"/>
              <p:nvPr/>
            </p:nvSpPr>
            <p:spPr>
              <a:xfrm>
                <a:off x="8816924" y="3629506"/>
                <a:ext cx="39172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/>
              </a:p>
            </p:txBody>
          </p:sp>
        </mc:Choice>
        <mc:Fallback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8CE7BC24-3996-7864-9A85-BA8A3C5F4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924" y="3629506"/>
                <a:ext cx="391721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直线连接符 69">
            <a:extLst>
              <a:ext uri="{FF2B5EF4-FFF2-40B4-BE49-F238E27FC236}">
                <a16:creationId xmlns:a16="http://schemas.microsoft.com/office/drawing/2014/main" id="{BB333B5F-BA20-FFD2-0B41-933C148AB3B5}"/>
              </a:ext>
            </a:extLst>
          </p:cNvPr>
          <p:cNvCxnSpPr>
            <a:cxnSpLocks/>
          </p:cNvCxnSpPr>
          <p:nvPr/>
        </p:nvCxnSpPr>
        <p:spPr>
          <a:xfrm flipH="1">
            <a:off x="7629415" y="3610742"/>
            <a:ext cx="0" cy="72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BD0A5550-5A81-2775-59D0-D3214C64592A}"/>
              </a:ext>
            </a:extLst>
          </p:cNvPr>
          <p:cNvCxnSpPr>
            <a:cxnSpLocks/>
          </p:cNvCxnSpPr>
          <p:nvPr/>
        </p:nvCxnSpPr>
        <p:spPr>
          <a:xfrm flipH="1">
            <a:off x="8013601" y="3618767"/>
            <a:ext cx="0" cy="72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9A3769AD-5614-1F0D-6E86-00C617E91BDA}"/>
              </a:ext>
            </a:extLst>
          </p:cNvPr>
          <p:cNvCxnSpPr>
            <a:cxnSpLocks/>
          </p:cNvCxnSpPr>
          <p:nvPr/>
        </p:nvCxnSpPr>
        <p:spPr>
          <a:xfrm flipH="1">
            <a:off x="8379130" y="3619914"/>
            <a:ext cx="0" cy="72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A614BA03-F3F1-907A-6DC5-A591C4617054}"/>
              </a:ext>
            </a:extLst>
          </p:cNvPr>
          <p:cNvCxnSpPr>
            <a:cxnSpLocks/>
          </p:cNvCxnSpPr>
          <p:nvPr/>
        </p:nvCxnSpPr>
        <p:spPr>
          <a:xfrm flipH="1">
            <a:off x="8999432" y="3617371"/>
            <a:ext cx="0" cy="72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10FB65CE-443E-9A56-17A8-5161312B4D14}"/>
              </a:ext>
            </a:extLst>
          </p:cNvPr>
          <p:cNvSpPr/>
          <p:nvPr/>
        </p:nvSpPr>
        <p:spPr>
          <a:xfrm>
            <a:off x="10016032" y="2947354"/>
            <a:ext cx="1965960" cy="1016577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BC576A2-25C5-7075-960F-041B3C32BF9E}"/>
              </a:ext>
            </a:extLst>
          </p:cNvPr>
          <p:cNvSpPr txBox="1"/>
          <p:nvPr/>
        </p:nvSpPr>
        <p:spPr>
          <a:xfrm>
            <a:off x="10423256" y="2894159"/>
            <a:ext cx="13529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Internal</a:t>
            </a:r>
            <a:r>
              <a:rPr kumimoji="1" lang="zh-CN" altLang="en-US" sz="16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 </a:t>
            </a:r>
            <a:r>
              <a:rPr kumimoji="1" lang="en-US" altLang="zh-CN" sz="16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Model</a:t>
            </a:r>
            <a:endParaRPr kumimoji="1" lang="zh-CN" altLang="en-US" sz="16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F9E47D20-7C8B-611F-CD08-600F734BAC86}"/>
              </a:ext>
            </a:extLst>
          </p:cNvPr>
          <p:cNvGrpSpPr/>
          <p:nvPr/>
        </p:nvGrpSpPr>
        <p:grpSpPr>
          <a:xfrm>
            <a:off x="10006132" y="3145130"/>
            <a:ext cx="2020223" cy="323106"/>
            <a:chOff x="9105805" y="1830417"/>
            <a:chExt cx="2020223" cy="323106"/>
          </a:xfrm>
        </p:grpSpPr>
        <p:sp>
          <p:nvSpPr>
            <p:cNvPr id="83" name="圆角矩形 82">
              <a:extLst>
                <a:ext uri="{FF2B5EF4-FFF2-40B4-BE49-F238E27FC236}">
                  <a16:creationId xmlns:a16="http://schemas.microsoft.com/office/drawing/2014/main" id="{4126B6C5-126F-444A-5CA8-91F01DB4AC37}"/>
                </a:ext>
              </a:extLst>
            </p:cNvPr>
            <p:cNvSpPr/>
            <p:nvPr/>
          </p:nvSpPr>
          <p:spPr>
            <a:xfrm>
              <a:off x="9174434" y="1918514"/>
              <a:ext cx="232579" cy="19767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4" name="圆角矩形 83">
              <a:extLst>
                <a:ext uri="{FF2B5EF4-FFF2-40B4-BE49-F238E27FC236}">
                  <a16:creationId xmlns:a16="http://schemas.microsoft.com/office/drawing/2014/main" id="{B6398FE9-9C92-57F7-4735-B9908CFF24D0}"/>
                </a:ext>
              </a:extLst>
            </p:cNvPr>
            <p:cNvSpPr/>
            <p:nvPr/>
          </p:nvSpPr>
          <p:spPr>
            <a:xfrm>
              <a:off x="9628598" y="1916072"/>
              <a:ext cx="232579" cy="19767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61E53DF1-EE2F-7109-F4C6-6ED4E804A699}"/>
                    </a:ext>
                  </a:extLst>
                </p:cNvPr>
                <p:cNvSpPr txBox="1"/>
                <p:nvPr/>
              </p:nvSpPr>
              <p:spPr>
                <a:xfrm>
                  <a:off x="9105805" y="1873633"/>
                  <a:ext cx="39172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zh-CN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200" dirty="0"/>
                </a:p>
              </p:txBody>
            </p:sp>
          </mc:Choice>
          <mc:Fallback xmlns="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61E53DF1-EE2F-7109-F4C6-6ED4E804A6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5805" y="1873633"/>
                  <a:ext cx="391721" cy="276999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31176F71-26B5-1031-71D0-6EF77998B88E}"/>
                    </a:ext>
                  </a:extLst>
                </p:cNvPr>
                <p:cNvSpPr txBox="1"/>
                <p:nvPr/>
              </p:nvSpPr>
              <p:spPr>
                <a:xfrm>
                  <a:off x="9558182" y="1869195"/>
                  <a:ext cx="39172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200" dirty="0"/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31176F71-26B5-1031-71D0-6EF77998B8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8182" y="1869195"/>
                  <a:ext cx="391721" cy="276999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3" name="直线箭头连接符 92">
              <a:extLst>
                <a:ext uri="{FF2B5EF4-FFF2-40B4-BE49-F238E27FC236}">
                  <a16:creationId xmlns:a16="http://schemas.microsoft.com/office/drawing/2014/main" id="{83D66DD2-A5D3-17B9-0B5D-0E20DB246642}"/>
                </a:ext>
              </a:extLst>
            </p:cNvPr>
            <p:cNvCxnSpPr/>
            <p:nvPr/>
          </p:nvCxnSpPr>
          <p:spPr>
            <a:xfrm>
              <a:off x="9409450" y="2020465"/>
              <a:ext cx="23192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圆角矩形 94">
              <a:extLst>
                <a:ext uri="{FF2B5EF4-FFF2-40B4-BE49-F238E27FC236}">
                  <a16:creationId xmlns:a16="http://schemas.microsoft.com/office/drawing/2014/main" id="{4FAFB2DD-A988-0199-9918-ED4D3F0BC7D3}"/>
                </a:ext>
              </a:extLst>
            </p:cNvPr>
            <p:cNvSpPr/>
            <p:nvPr/>
          </p:nvSpPr>
          <p:spPr>
            <a:xfrm>
              <a:off x="10080325" y="1918373"/>
              <a:ext cx="232579" cy="19767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8FF0348E-B487-72F1-9A29-AAA42F1DEC29}"/>
                    </a:ext>
                  </a:extLst>
                </p:cNvPr>
                <p:cNvSpPr txBox="1"/>
                <p:nvPr/>
              </p:nvSpPr>
              <p:spPr>
                <a:xfrm>
                  <a:off x="10013367" y="1876524"/>
                  <a:ext cx="39172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zh-CN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200" dirty="0"/>
                </a:p>
              </p:txBody>
            </p:sp>
          </mc:Choice>
          <mc:Fallback xmlns="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8FF0348E-B487-72F1-9A29-AAA42F1DEC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13367" y="1876524"/>
                  <a:ext cx="391721" cy="276999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7" name="直线箭头连接符 96">
              <a:extLst>
                <a:ext uri="{FF2B5EF4-FFF2-40B4-BE49-F238E27FC236}">
                  <a16:creationId xmlns:a16="http://schemas.microsoft.com/office/drawing/2014/main" id="{11D8FF21-AFB7-474A-E16E-8E5F65A25A69}"/>
                </a:ext>
              </a:extLst>
            </p:cNvPr>
            <p:cNvCxnSpPr/>
            <p:nvPr/>
          </p:nvCxnSpPr>
          <p:spPr>
            <a:xfrm>
              <a:off x="9861177" y="2022766"/>
              <a:ext cx="23192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线箭头连接符 97">
              <a:extLst>
                <a:ext uri="{FF2B5EF4-FFF2-40B4-BE49-F238E27FC236}">
                  <a16:creationId xmlns:a16="http://schemas.microsoft.com/office/drawing/2014/main" id="{1EAEC369-4C3A-2A9D-CCAF-350D0CD6E7E2}"/>
                </a:ext>
              </a:extLst>
            </p:cNvPr>
            <p:cNvCxnSpPr/>
            <p:nvPr/>
          </p:nvCxnSpPr>
          <p:spPr>
            <a:xfrm>
              <a:off x="10312558" y="2021994"/>
              <a:ext cx="144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08AFC54C-9E7F-B260-7302-3E5E0859E6CD}"/>
                </a:ext>
              </a:extLst>
            </p:cNvPr>
            <p:cNvSpPr txBox="1"/>
            <p:nvPr/>
          </p:nvSpPr>
          <p:spPr>
            <a:xfrm>
              <a:off x="10374533" y="1830417"/>
              <a:ext cx="3172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>
                  <a:latin typeface="Apple Symbols" panose="02000000000000000000" pitchFamily="2" charset="-79"/>
                  <a:ea typeface="Apple Symbols" panose="02000000000000000000" pitchFamily="2" charset="-79"/>
                  <a:cs typeface="Apple Symbols" panose="02000000000000000000" pitchFamily="2" charset="-79"/>
                </a:rPr>
                <a:t>…</a:t>
              </a:r>
              <a:endParaRPr kumimoji="1" lang="zh-CN" altLang="en-US" sz="14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endParaRPr>
            </a:p>
          </p:txBody>
        </p:sp>
        <p:cxnSp>
          <p:nvCxnSpPr>
            <p:cNvPr id="100" name="直线箭头连接符 99">
              <a:extLst>
                <a:ext uri="{FF2B5EF4-FFF2-40B4-BE49-F238E27FC236}">
                  <a16:creationId xmlns:a16="http://schemas.microsoft.com/office/drawing/2014/main" id="{7310A352-44DE-4293-39FF-7A3DD33C516D}"/>
                </a:ext>
              </a:extLst>
            </p:cNvPr>
            <p:cNvCxnSpPr/>
            <p:nvPr/>
          </p:nvCxnSpPr>
          <p:spPr>
            <a:xfrm>
              <a:off x="10643580" y="2017410"/>
              <a:ext cx="144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圆角矩形 100">
              <a:extLst>
                <a:ext uri="{FF2B5EF4-FFF2-40B4-BE49-F238E27FC236}">
                  <a16:creationId xmlns:a16="http://schemas.microsoft.com/office/drawing/2014/main" id="{430C9572-6156-FA82-EBC9-7E5F15E286F7}"/>
                </a:ext>
              </a:extLst>
            </p:cNvPr>
            <p:cNvSpPr/>
            <p:nvPr/>
          </p:nvSpPr>
          <p:spPr>
            <a:xfrm>
              <a:off x="10798022" y="1916072"/>
              <a:ext cx="232579" cy="19767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50A2952B-D4FD-081D-6AA8-39820D9FD11B}"/>
                    </a:ext>
                  </a:extLst>
                </p:cNvPr>
                <p:cNvSpPr txBox="1"/>
                <p:nvPr/>
              </p:nvSpPr>
              <p:spPr>
                <a:xfrm>
                  <a:off x="10734307" y="1871467"/>
                  <a:ext cx="39172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zh-CN" sz="12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200" dirty="0"/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50A2952B-D4FD-081D-6AA8-39820D9FD1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34307" y="1871467"/>
                  <a:ext cx="391721" cy="276999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4" name="文本框 103">
            <a:extLst>
              <a:ext uri="{FF2B5EF4-FFF2-40B4-BE49-F238E27FC236}">
                <a16:creationId xmlns:a16="http://schemas.microsoft.com/office/drawing/2014/main" id="{5166827B-EB99-CB09-41CB-01D8BD838799}"/>
              </a:ext>
            </a:extLst>
          </p:cNvPr>
          <p:cNvSpPr txBox="1"/>
          <p:nvPr/>
        </p:nvSpPr>
        <p:spPr>
          <a:xfrm>
            <a:off x="10244727" y="3453082"/>
            <a:ext cx="18218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Uncertainty Measurement</a:t>
            </a:r>
            <a:endParaRPr kumimoji="1" lang="zh-CN" altLang="en-US" sz="12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106" name="图片 105">
            <a:extLst>
              <a:ext uri="{FF2B5EF4-FFF2-40B4-BE49-F238E27FC236}">
                <a16:creationId xmlns:a16="http://schemas.microsoft.com/office/drawing/2014/main" id="{B4A226F9-2110-3D5D-DED8-F60D0A8189F2}"/>
              </a:ext>
            </a:extLst>
          </p:cNvPr>
          <p:cNvPicPr/>
          <p:nvPr/>
        </p:nvPicPr>
        <p:blipFill>
          <a:blip r:embed="rId26"/>
          <a:stretch>
            <a:fillRect/>
          </a:stretch>
        </p:blipFill>
        <p:spPr>
          <a:xfrm>
            <a:off x="10363932" y="3689279"/>
            <a:ext cx="1323975" cy="204788"/>
          </a:xfrm>
          <a:prstGeom prst="rect">
            <a:avLst/>
          </a:prstGeom>
        </p:spPr>
      </p:pic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E913D97F-84AA-0169-09F4-5A1FCB2C72EC}"/>
              </a:ext>
            </a:extLst>
          </p:cNvPr>
          <p:cNvGrpSpPr/>
          <p:nvPr/>
        </p:nvGrpSpPr>
        <p:grpSpPr>
          <a:xfrm>
            <a:off x="9452777" y="3386980"/>
            <a:ext cx="418950" cy="380045"/>
            <a:chOff x="8125261" y="2042808"/>
            <a:chExt cx="418950" cy="380045"/>
          </a:xfrm>
        </p:grpSpPr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DDFA3380-86A9-3744-4DCB-99D6C3FAACA5}"/>
                </a:ext>
              </a:extLst>
            </p:cNvPr>
            <p:cNvSpPr/>
            <p:nvPr/>
          </p:nvSpPr>
          <p:spPr>
            <a:xfrm>
              <a:off x="8125261" y="2042808"/>
              <a:ext cx="72000" cy="720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C6699B5F-D27A-DD26-F910-FB6DA8543E87}"/>
                </a:ext>
              </a:extLst>
            </p:cNvPr>
            <p:cNvSpPr/>
            <p:nvPr/>
          </p:nvSpPr>
          <p:spPr>
            <a:xfrm>
              <a:off x="8125261" y="2195208"/>
              <a:ext cx="72000" cy="720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9" name="椭圆 108">
              <a:extLst>
                <a:ext uri="{FF2B5EF4-FFF2-40B4-BE49-F238E27FC236}">
                  <a16:creationId xmlns:a16="http://schemas.microsoft.com/office/drawing/2014/main" id="{512F12B0-89AB-91EF-4B5F-59E9A9B99297}"/>
                </a:ext>
              </a:extLst>
            </p:cNvPr>
            <p:cNvSpPr/>
            <p:nvPr/>
          </p:nvSpPr>
          <p:spPr>
            <a:xfrm>
              <a:off x="8125261" y="2347608"/>
              <a:ext cx="72000" cy="720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436019EF-0D8D-1632-38B1-10FAD1EADFA8}"/>
                </a:ext>
              </a:extLst>
            </p:cNvPr>
            <p:cNvSpPr/>
            <p:nvPr/>
          </p:nvSpPr>
          <p:spPr>
            <a:xfrm>
              <a:off x="8472211" y="2046053"/>
              <a:ext cx="72000" cy="720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5E19762D-B00C-33F6-5687-B13609957CF9}"/>
                </a:ext>
              </a:extLst>
            </p:cNvPr>
            <p:cNvSpPr/>
            <p:nvPr/>
          </p:nvSpPr>
          <p:spPr>
            <a:xfrm>
              <a:off x="8472211" y="2198453"/>
              <a:ext cx="72000" cy="720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B48012ED-4C99-F88F-A62E-DE45F1CC49F6}"/>
                </a:ext>
              </a:extLst>
            </p:cNvPr>
            <p:cNvSpPr/>
            <p:nvPr/>
          </p:nvSpPr>
          <p:spPr>
            <a:xfrm>
              <a:off x="8472211" y="2350853"/>
              <a:ext cx="72000" cy="720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16" name="组合 115">
              <a:extLst>
                <a:ext uri="{FF2B5EF4-FFF2-40B4-BE49-F238E27FC236}">
                  <a16:creationId xmlns:a16="http://schemas.microsoft.com/office/drawing/2014/main" id="{DA255E3B-E58C-86E7-8468-3CF5A0CF1C53}"/>
                </a:ext>
              </a:extLst>
            </p:cNvPr>
            <p:cNvGrpSpPr/>
            <p:nvPr/>
          </p:nvGrpSpPr>
          <p:grpSpPr>
            <a:xfrm>
              <a:off x="8298736" y="2114808"/>
              <a:ext cx="72000" cy="224400"/>
              <a:chOff x="8277661" y="2347608"/>
              <a:chExt cx="72000" cy="224400"/>
            </a:xfrm>
          </p:grpSpPr>
          <p:sp>
            <p:nvSpPr>
              <p:cNvPr id="114" name="椭圆 113">
                <a:extLst>
                  <a:ext uri="{FF2B5EF4-FFF2-40B4-BE49-F238E27FC236}">
                    <a16:creationId xmlns:a16="http://schemas.microsoft.com/office/drawing/2014/main" id="{60D417F9-D766-7197-A6CD-6AAA1017C985}"/>
                  </a:ext>
                </a:extLst>
              </p:cNvPr>
              <p:cNvSpPr/>
              <p:nvPr/>
            </p:nvSpPr>
            <p:spPr>
              <a:xfrm>
                <a:off x="8277661" y="2347608"/>
                <a:ext cx="72000" cy="72000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5" name="椭圆 114">
                <a:extLst>
                  <a:ext uri="{FF2B5EF4-FFF2-40B4-BE49-F238E27FC236}">
                    <a16:creationId xmlns:a16="http://schemas.microsoft.com/office/drawing/2014/main" id="{ACB90FB4-DAD9-DFB3-EEF6-CB20184876D4}"/>
                  </a:ext>
                </a:extLst>
              </p:cNvPr>
              <p:cNvSpPr/>
              <p:nvPr/>
            </p:nvSpPr>
            <p:spPr>
              <a:xfrm>
                <a:off x="8277661" y="2500008"/>
                <a:ext cx="72000" cy="72000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34" name="组合 133">
              <a:extLst>
                <a:ext uri="{FF2B5EF4-FFF2-40B4-BE49-F238E27FC236}">
                  <a16:creationId xmlns:a16="http://schemas.microsoft.com/office/drawing/2014/main" id="{131F302D-43E6-E045-C8C5-E043986D955A}"/>
                </a:ext>
              </a:extLst>
            </p:cNvPr>
            <p:cNvGrpSpPr/>
            <p:nvPr/>
          </p:nvGrpSpPr>
          <p:grpSpPr>
            <a:xfrm>
              <a:off x="8197260" y="2078808"/>
              <a:ext cx="101476" cy="308655"/>
              <a:chOff x="8197260" y="2078808"/>
              <a:chExt cx="101476" cy="308655"/>
            </a:xfrm>
          </p:grpSpPr>
          <p:cxnSp>
            <p:nvCxnSpPr>
              <p:cNvPr id="118" name="直线连接符 117">
                <a:extLst>
                  <a:ext uri="{FF2B5EF4-FFF2-40B4-BE49-F238E27FC236}">
                    <a16:creationId xmlns:a16="http://schemas.microsoft.com/office/drawing/2014/main" id="{C27FE379-8BC4-ABCB-F3ED-83F1EA54F890}"/>
                  </a:ext>
                </a:extLst>
              </p:cNvPr>
              <p:cNvCxnSpPr>
                <a:cxnSpLocks/>
                <a:stCxn id="107" idx="6"/>
                <a:endCxn id="114" idx="2"/>
              </p:cNvCxnSpPr>
              <p:nvPr/>
            </p:nvCxnSpPr>
            <p:spPr>
              <a:xfrm>
                <a:off x="8197261" y="2078808"/>
                <a:ext cx="101475" cy="72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线连接符 119">
                <a:extLst>
                  <a:ext uri="{FF2B5EF4-FFF2-40B4-BE49-F238E27FC236}">
                    <a16:creationId xmlns:a16="http://schemas.microsoft.com/office/drawing/2014/main" id="{C3B3D78D-5769-FE0C-9BCC-57C854626EC3}"/>
                  </a:ext>
                </a:extLst>
              </p:cNvPr>
              <p:cNvCxnSpPr>
                <a:cxnSpLocks/>
                <a:stCxn id="107" idx="6"/>
                <a:endCxn id="115" idx="2"/>
              </p:cNvCxnSpPr>
              <p:nvPr/>
            </p:nvCxnSpPr>
            <p:spPr>
              <a:xfrm>
                <a:off x="8197261" y="2078808"/>
                <a:ext cx="101475" cy="2244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线连接符 122">
                <a:extLst>
                  <a:ext uri="{FF2B5EF4-FFF2-40B4-BE49-F238E27FC236}">
                    <a16:creationId xmlns:a16="http://schemas.microsoft.com/office/drawing/2014/main" id="{1D0AD2D8-D47F-07E6-C24A-F769B46A3D9B}"/>
                  </a:ext>
                </a:extLst>
              </p:cNvPr>
              <p:cNvCxnSpPr>
                <a:cxnSpLocks/>
                <a:stCxn id="108" idx="6"/>
                <a:endCxn id="114" idx="2"/>
              </p:cNvCxnSpPr>
              <p:nvPr/>
            </p:nvCxnSpPr>
            <p:spPr>
              <a:xfrm flipV="1">
                <a:off x="8197261" y="2150808"/>
                <a:ext cx="101475" cy="804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线连接符 125">
                <a:extLst>
                  <a:ext uri="{FF2B5EF4-FFF2-40B4-BE49-F238E27FC236}">
                    <a16:creationId xmlns:a16="http://schemas.microsoft.com/office/drawing/2014/main" id="{8411D702-7CE4-06B0-F48B-2E0E86A328EF}"/>
                  </a:ext>
                </a:extLst>
              </p:cNvPr>
              <p:cNvCxnSpPr>
                <a:cxnSpLocks/>
                <a:endCxn id="114" idx="2"/>
              </p:cNvCxnSpPr>
              <p:nvPr/>
            </p:nvCxnSpPr>
            <p:spPr>
              <a:xfrm flipV="1">
                <a:off x="8197260" y="2150808"/>
                <a:ext cx="101476" cy="2366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直线连接符 127">
                <a:extLst>
                  <a:ext uri="{FF2B5EF4-FFF2-40B4-BE49-F238E27FC236}">
                    <a16:creationId xmlns:a16="http://schemas.microsoft.com/office/drawing/2014/main" id="{1D990773-1AF8-8C53-4C62-54ABAFD053DB}"/>
                  </a:ext>
                </a:extLst>
              </p:cNvPr>
              <p:cNvCxnSpPr>
                <a:cxnSpLocks/>
                <a:endCxn id="115" idx="2"/>
              </p:cNvCxnSpPr>
              <p:nvPr/>
            </p:nvCxnSpPr>
            <p:spPr>
              <a:xfrm>
                <a:off x="8198666" y="2232241"/>
                <a:ext cx="100070" cy="7096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直线连接符 130">
                <a:extLst>
                  <a:ext uri="{FF2B5EF4-FFF2-40B4-BE49-F238E27FC236}">
                    <a16:creationId xmlns:a16="http://schemas.microsoft.com/office/drawing/2014/main" id="{38E9728E-F5A0-6374-0EB3-259C43186546}"/>
                  </a:ext>
                </a:extLst>
              </p:cNvPr>
              <p:cNvCxnSpPr>
                <a:cxnSpLocks/>
                <a:stCxn id="109" idx="6"/>
                <a:endCxn id="115" idx="2"/>
              </p:cNvCxnSpPr>
              <p:nvPr/>
            </p:nvCxnSpPr>
            <p:spPr>
              <a:xfrm flipV="1">
                <a:off x="8197261" y="2303208"/>
                <a:ext cx="101475" cy="804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5" name="组合 134">
              <a:extLst>
                <a:ext uri="{FF2B5EF4-FFF2-40B4-BE49-F238E27FC236}">
                  <a16:creationId xmlns:a16="http://schemas.microsoft.com/office/drawing/2014/main" id="{FFD35DEA-8C20-74F1-FBD9-43A3B880E1F3}"/>
                </a:ext>
              </a:extLst>
            </p:cNvPr>
            <p:cNvGrpSpPr/>
            <p:nvPr/>
          </p:nvGrpSpPr>
          <p:grpSpPr>
            <a:xfrm rot="10800000">
              <a:off x="8370736" y="2074953"/>
              <a:ext cx="101476" cy="308655"/>
              <a:chOff x="8197260" y="2078808"/>
              <a:chExt cx="101476" cy="308655"/>
            </a:xfrm>
          </p:grpSpPr>
          <p:cxnSp>
            <p:nvCxnSpPr>
              <p:cNvPr id="136" name="直线连接符 135">
                <a:extLst>
                  <a:ext uri="{FF2B5EF4-FFF2-40B4-BE49-F238E27FC236}">
                    <a16:creationId xmlns:a16="http://schemas.microsoft.com/office/drawing/2014/main" id="{459DD3A1-0065-0C51-98DB-480437A997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97261" y="2078808"/>
                <a:ext cx="101475" cy="72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线连接符 136">
                <a:extLst>
                  <a:ext uri="{FF2B5EF4-FFF2-40B4-BE49-F238E27FC236}">
                    <a16:creationId xmlns:a16="http://schemas.microsoft.com/office/drawing/2014/main" id="{947AAC39-9397-203B-D451-0302CCAFB4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97261" y="2078808"/>
                <a:ext cx="101475" cy="2244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线连接符 137">
                <a:extLst>
                  <a:ext uri="{FF2B5EF4-FFF2-40B4-BE49-F238E27FC236}">
                    <a16:creationId xmlns:a16="http://schemas.microsoft.com/office/drawing/2014/main" id="{E6485D81-71BB-24B7-A5B8-817FF710E2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97261" y="2150808"/>
                <a:ext cx="101475" cy="804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线连接符 138">
                <a:extLst>
                  <a:ext uri="{FF2B5EF4-FFF2-40B4-BE49-F238E27FC236}">
                    <a16:creationId xmlns:a16="http://schemas.microsoft.com/office/drawing/2014/main" id="{F49001CE-2334-8A2F-4D1C-0EF2C395E8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97260" y="2150808"/>
                <a:ext cx="101476" cy="2366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线连接符 139">
                <a:extLst>
                  <a:ext uri="{FF2B5EF4-FFF2-40B4-BE49-F238E27FC236}">
                    <a16:creationId xmlns:a16="http://schemas.microsoft.com/office/drawing/2014/main" id="{35FB12BF-1D29-F9BA-7E44-864EF7DEBA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98666" y="2232241"/>
                <a:ext cx="100070" cy="7096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线连接符 140">
                <a:extLst>
                  <a:ext uri="{FF2B5EF4-FFF2-40B4-BE49-F238E27FC236}">
                    <a16:creationId xmlns:a16="http://schemas.microsoft.com/office/drawing/2014/main" id="{E387ECA7-0EA3-4D86-1A4D-B6AA5CF19C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97261" y="2303208"/>
                <a:ext cx="101475" cy="804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96EC759A-970C-06D5-FB8F-480E20F1D070}"/>
              </a:ext>
            </a:extLst>
          </p:cNvPr>
          <p:cNvCxnSpPr>
            <a:cxnSpLocks/>
          </p:cNvCxnSpPr>
          <p:nvPr/>
        </p:nvCxnSpPr>
        <p:spPr>
          <a:xfrm>
            <a:off x="9306242" y="3574347"/>
            <a:ext cx="144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矩形 147">
            <a:extLst>
              <a:ext uri="{FF2B5EF4-FFF2-40B4-BE49-F238E27FC236}">
                <a16:creationId xmlns:a16="http://schemas.microsoft.com/office/drawing/2014/main" id="{F73FCEBA-2014-40B2-3C8C-0E2EA9621A56}"/>
              </a:ext>
            </a:extLst>
          </p:cNvPr>
          <p:cNvSpPr/>
          <p:nvPr/>
        </p:nvSpPr>
        <p:spPr>
          <a:xfrm>
            <a:off x="12697708" y="2815978"/>
            <a:ext cx="1965960" cy="1605338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F5F08F98-C587-536B-CB6E-DCBC10B71323}"/>
              </a:ext>
            </a:extLst>
          </p:cNvPr>
          <p:cNvSpPr txBox="1"/>
          <p:nvPr/>
        </p:nvSpPr>
        <p:spPr>
          <a:xfrm>
            <a:off x="13148147" y="2774744"/>
            <a:ext cx="10914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Policy Model</a:t>
            </a:r>
            <a:endParaRPr kumimoji="1" lang="zh-CN" altLang="en-US" sz="16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grpSp>
        <p:nvGrpSpPr>
          <p:cNvPr id="261" name="组合 260">
            <a:extLst>
              <a:ext uri="{FF2B5EF4-FFF2-40B4-BE49-F238E27FC236}">
                <a16:creationId xmlns:a16="http://schemas.microsoft.com/office/drawing/2014/main" id="{7C621701-AC40-2562-F001-0F3F68CB71EB}"/>
              </a:ext>
            </a:extLst>
          </p:cNvPr>
          <p:cNvGrpSpPr/>
          <p:nvPr/>
        </p:nvGrpSpPr>
        <p:grpSpPr>
          <a:xfrm>
            <a:off x="12129168" y="3366960"/>
            <a:ext cx="418950" cy="380045"/>
            <a:chOff x="8125261" y="2042808"/>
            <a:chExt cx="418950" cy="380045"/>
          </a:xfrm>
        </p:grpSpPr>
        <p:sp>
          <p:nvSpPr>
            <p:cNvPr id="262" name="椭圆 261">
              <a:extLst>
                <a:ext uri="{FF2B5EF4-FFF2-40B4-BE49-F238E27FC236}">
                  <a16:creationId xmlns:a16="http://schemas.microsoft.com/office/drawing/2014/main" id="{01CB55D8-8264-8EF8-45F5-A376FB4D558E}"/>
                </a:ext>
              </a:extLst>
            </p:cNvPr>
            <p:cNvSpPr/>
            <p:nvPr/>
          </p:nvSpPr>
          <p:spPr>
            <a:xfrm>
              <a:off x="8125261" y="2042808"/>
              <a:ext cx="72000" cy="720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3" name="椭圆 262">
              <a:extLst>
                <a:ext uri="{FF2B5EF4-FFF2-40B4-BE49-F238E27FC236}">
                  <a16:creationId xmlns:a16="http://schemas.microsoft.com/office/drawing/2014/main" id="{8B83D69C-8FCC-9CD9-9C04-A34EA33E9D32}"/>
                </a:ext>
              </a:extLst>
            </p:cNvPr>
            <p:cNvSpPr/>
            <p:nvPr/>
          </p:nvSpPr>
          <p:spPr>
            <a:xfrm>
              <a:off x="8125261" y="2195208"/>
              <a:ext cx="72000" cy="720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4" name="椭圆 263">
              <a:extLst>
                <a:ext uri="{FF2B5EF4-FFF2-40B4-BE49-F238E27FC236}">
                  <a16:creationId xmlns:a16="http://schemas.microsoft.com/office/drawing/2014/main" id="{E6809315-C422-C7DF-6789-88F0F60EAE3E}"/>
                </a:ext>
              </a:extLst>
            </p:cNvPr>
            <p:cNvSpPr/>
            <p:nvPr/>
          </p:nvSpPr>
          <p:spPr>
            <a:xfrm>
              <a:off x="8125261" y="2347608"/>
              <a:ext cx="72000" cy="720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5" name="椭圆 264">
              <a:extLst>
                <a:ext uri="{FF2B5EF4-FFF2-40B4-BE49-F238E27FC236}">
                  <a16:creationId xmlns:a16="http://schemas.microsoft.com/office/drawing/2014/main" id="{DD1A60D2-049A-3BCC-0B56-46FF5E7A1E41}"/>
                </a:ext>
              </a:extLst>
            </p:cNvPr>
            <p:cNvSpPr/>
            <p:nvPr/>
          </p:nvSpPr>
          <p:spPr>
            <a:xfrm>
              <a:off x="8472211" y="2046053"/>
              <a:ext cx="72000" cy="720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6" name="椭圆 265">
              <a:extLst>
                <a:ext uri="{FF2B5EF4-FFF2-40B4-BE49-F238E27FC236}">
                  <a16:creationId xmlns:a16="http://schemas.microsoft.com/office/drawing/2014/main" id="{54E87813-E351-3517-47C9-E2196BD38F09}"/>
                </a:ext>
              </a:extLst>
            </p:cNvPr>
            <p:cNvSpPr/>
            <p:nvPr/>
          </p:nvSpPr>
          <p:spPr>
            <a:xfrm>
              <a:off x="8472211" y="2198453"/>
              <a:ext cx="72000" cy="720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7" name="椭圆 266">
              <a:extLst>
                <a:ext uri="{FF2B5EF4-FFF2-40B4-BE49-F238E27FC236}">
                  <a16:creationId xmlns:a16="http://schemas.microsoft.com/office/drawing/2014/main" id="{0D1BB0AB-9426-6650-AEC3-B8CBFD124FBA}"/>
                </a:ext>
              </a:extLst>
            </p:cNvPr>
            <p:cNvSpPr/>
            <p:nvPr/>
          </p:nvSpPr>
          <p:spPr>
            <a:xfrm>
              <a:off x="8472211" y="2350853"/>
              <a:ext cx="72000" cy="720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268" name="组合 267">
              <a:extLst>
                <a:ext uri="{FF2B5EF4-FFF2-40B4-BE49-F238E27FC236}">
                  <a16:creationId xmlns:a16="http://schemas.microsoft.com/office/drawing/2014/main" id="{A3C48F65-B6D6-0F3F-7D30-AD3A455AB911}"/>
                </a:ext>
              </a:extLst>
            </p:cNvPr>
            <p:cNvGrpSpPr/>
            <p:nvPr/>
          </p:nvGrpSpPr>
          <p:grpSpPr>
            <a:xfrm>
              <a:off x="8298736" y="2114808"/>
              <a:ext cx="72000" cy="224400"/>
              <a:chOff x="8277661" y="2347608"/>
              <a:chExt cx="72000" cy="224400"/>
            </a:xfrm>
          </p:grpSpPr>
          <p:sp>
            <p:nvSpPr>
              <p:cNvPr id="283" name="椭圆 282">
                <a:extLst>
                  <a:ext uri="{FF2B5EF4-FFF2-40B4-BE49-F238E27FC236}">
                    <a16:creationId xmlns:a16="http://schemas.microsoft.com/office/drawing/2014/main" id="{8ADB2575-9A0C-23BD-0A79-706305BA7352}"/>
                  </a:ext>
                </a:extLst>
              </p:cNvPr>
              <p:cNvSpPr/>
              <p:nvPr/>
            </p:nvSpPr>
            <p:spPr>
              <a:xfrm>
                <a:off x="8277661" y="2347608"/>
                <a:ext cx="72000" cy="72000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84" name="椭圆 283">
                <a:extLst>
                  <a:ext uri="{FF2B5EF4-FFF2-40B4-BE49-F238E27FC236}">
                    <a16:creationId xmlns:a16="http://schemas.microsoft.com/office/drawing/2014/main" id="{85ACC99E-272A-6EB6-DCAB-AAC5B48F58E6}"/>
                  </a:ext>
                </a:extLst>
              </p:cNvPr>
              <p:cNvSpPr/>
              <p:nvPr/>
            </p:nvSpPr>
            <p:spPr>
              <a:xfrm>
                <a:off x="8277661" y="2500008"/>
                <a:ext cx="72000" cy="72000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269" name="组合 268">
              <a:extLst>
                <a:ext uri="{FF2B5EF4-FFF2-40B4-BE49-F238E27FC236}">
                  <a16:creationId xmlns:a16="http://schemas.microsoft.com/office/drawing/2014/main" id="{7A1FB5BD-F9F9-BF5C-48D0-992FE649CAF8}"/>
                </a:ext>
              </a:extLst>
            </p:cNvPr>
            <p:cNvGrpSpPr/>
            <p:nvPr/>
          </p:nvGrpSpPr>
          <p:grpSpPr>
            <a:xfrm>
              <a:off x="8197260" y="2078808"/>
              <a:ext cx="101476" cy="308655"/>
              <a:chOff x="8197260" y="2078808"/>
              <a:chExt cx="101476" cy="308655"/>
            </a:xfrm>
          </p:grpSpPr>
          <p:cxnSp>
            <p:nvCxnSpPr>
              <p:cNvPr id="277" name="直线连接符 276">
                <a:extLst>
                  <a:ext uri="{FF2B5EF4-FFF2-40B4-BE49-F238E27FC236}">
                    <a16:creationId xmlns:a16="http://schemas.microsoft.com/office/drawing/2014/main" id="{E0E70397-B101-785E-8961-E6AB475AF239}"/>
                  </a:ext>
                </a:extLst>
              </p:cNvPr>
              <p:cNvCxnSpPr>
                <a:cxnSpLocks/>
                <a:stCxn id="262" idx="6"/>
                <a:endCxn id="283" idx="2"/>
              </p:cNvCxnSpPr>
              <p:nvPr/>
            </p:nvCxnSpPr>
            <p:spPr>
              <a:xfrm>
                <a:off x="8197261" y="2078808"/>
                <a:ext cx="101475" cy="72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直线连接符 277">
                <a:extLst>
                  <a:ext uri="{FF2B5EF4-FFF2-40B4-BE49-F238E27FC236}">
                    <a16:creationId xmlns:a16="http://schemas.microsoft.com/office/drawing/2014/main" id="{C13F52B8-0D58-D812-F79C-0A6B8BCB7E36}"/>
                  </a:ext>
                </a:extLst>
              </p:cNvPr>
              <p:cNvCxnSpPr>
                <a:cxnSpLocks/>
                <a:stCxn id="262" idx="6"/>
                <a:endCxn id="284" idx="2"/>
              </p:cNvCxnSpPr>
              <p:nvPr/>
            </p:nvCxnSpPr>
            <p:spPr>
              <a:xfrm>
                <a:off x="8197261" y="2078808"/>
                <a:ext cx="101475" cy="2244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直线连接符 278">
                <a:extLst>
                  <a:ext uri="{FF2B5EF4-FFF2-40B4-BE49-F238E27FC236}">
                    <a16:creationId xmlns:a16="http://schemas.microsoft.com/office/drawing/2014/main" id="{7C623B15-F9FE-1C26-8D99-022DBFB7E339}"/>
                  </a:ext>
                </a:extLst>
              </p:cNvPr>
              <p:cNvCxnSpPr>
                <a:cxnSpLocks/>
                <a:stCxn id="263" idx="6"/>
                <a:endCxn id="283" idx="2"/>
              </p:cNvCxnSpPr>
              <p:nvPr/>
            </p:nvCxnSpPr>
            <p:spPr>
              <a:xfrm flipV="1">
                <a:off x="8197261" y="2150808"/>
                <a:ext cx="101475" cy="804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直线连接符 279">
                <a:extLst>
                  <a:ext uri="{FF2B5EF4-FFF2-40B4-BE49-F238E27FC236}">
                    <a16:creationId xmlns:a16="http://schemas.microsoft.com/office/drawing/2014/main" id="{B16D82F6-8B2F-67D9-4AB6-175A206A59D1}"/>
                  </a:ext>
                </a:extLst>
              </p:cNvPr>
              <p:cNvCxnSpPr>
                <a:cxnSpLocks/>
                <a:endCxn id="283" idx="2"/>
              </p:cNvCxnSpPr>
              <p:nvPr/>
            </p:nvCxnSpPr>
            <p:spPr>
              <a:xfrm flipV="1">
                <a:off x="8197260" y="2150808"/>
                <a:ext cx="101476" cy="2366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直线连接符 280">
                <a:extLst>
                  <a:ext uri="{FF2B5EF4-FFF2-40B4-BE49-F238E27FC236}">
                    <a16:creationId xmlns:a16="http://schemas.microsoft.com/office/drawing/2014/main" id="{BCB770C9-2066-5A2C-CC8E-CECA8D7103BE}"/>
                  </a:ext>
                </a:extLst>
              </p:cNvPr>
              <p:cNvCxnSpPr>
                <a:cxnSpLocks/>
                <a:endCxn id="284" idx="2"/>
              </p:cNvCxnSpPr>
              <p:nvPr/>
            </p:nvCxnSpPr>
            <p:spPr>
              <a:xfrm>
                <a:off x="8198666" y="2232241"/>
                <a:ext cx="100070" cy="7096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直线连接符 281">
                <a:extLst>
                  <a:ext uri="{FF2B5EF4-FFF2-40B4-BE49-F238E27FC236}">
                    <a16:creationId xmlns:a16="http://schemas.microsoft.com/office/drawing/2014/main" id="{5125225E-5004-42F6-6AC6-C0E63EE5038F}"/>
                  </a:ext>
                </a:extLst>
              </p:cNvPr>
              <p:cNvCxnSpPr>
                <a:cxnSpLocks/>
                <a:stCxn id="264" idx="6"/>
                <a:endCxn id="284" idx="2"/>
              </p:cNvCxnSpPr>
              <p:nvPr/>
            </p:nvCxnSpPr>
            <p:spPr>
              <a:xfrm flipV="1">
                <a:off x="8197261" y="2303208"/>
                <a:ext cx="101475" cy="804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0" name="组合 269">
              <a:extLst>
                <a:ext uri="{FF2B5EF4-FFF2-40B4-BE49-F238E27FC236}">
                  <a16:creationId xmlns:a16="http://schemas.microsoft.com/office/drawing/2014/main" id="{1CE178C4-7262-E794-C001-7AA217051A46}"/>
                </a:ext>
              </a:extLst>
            </p:cNvPr>
            <p:cNvGrpSpPr/>
            <p:nvPr/>
          </p:nvGrpSpPr>
          <p:grpSpPr>
            <a:xfrm rot="10800000">
              <a:off x="8370736" y="2074953"/>
              <a:ext cx="101476" cy="308655"/>
              <a:chOff x="8197260" y="2078808"/>
              <a:chExt cx="101476" cy="308655"/>
            </a:xfrm>
          </p:grpSpPr>
          <p:cxnSp>
            <p:nvCxnSpPr>
              <p:cNvPr id="271" name="直线连接符 270">
                <a:extLst>
                  <a:ext uri="{FF2B5EF4-FFF2-40B4-BE49-F238E27FC236}">
                    <a16:creationId xmlns:a16="http://schemas.microsoft.com/office/drawing/2014/main" id="{62595022-7B75-AE1D-BB67-8C25E626CF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97261" y="2078808"/>
                <a:ext cx="101475" cy="72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直线连接符 271">
                <a:extLst>
                  <a:ext uri="{FF2B5EF4-FFF2-40B4-BE49-F238E27FC236}">
                    <a16:creationId xmlns:a16="http://schemas.microsoft.com/office/drawing/2014/main" id="{594146AD-86BB-A5CB-51E9-38E441FAC3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97261" y="2078808"/>
                <a:ext cx="101475" cy="2244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直线连接符 272">
                <a:extLst>
                  <a:ext uri="{FF2B5EF4-FFF2-40B4-BE49-F238E27FC236}">
                    <a16:creationId xmlns:a16="http://schemas.microsoft.com/office/drawing/2014/main" id="{4F4B5E24-3228-98F9-C4E0-1751A8AF3B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97261" y="2150808"/>
                <a:ext cx="101475" cy="804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直线连接符 273">
                <a:extLst>
                  <a:ext uri="{FF2B5EF4-FFF2-40B4-BE49-F238E27FC236}">
                    <a16:creationId xmlns:a16="http://schemas.microsoft.com/office/drawing/2014/main" id="{351A445B-CFD4-0895-6DFE-E1666F85E6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97260" y="2150808"/>
                <a:ext cx="101476" cy="2366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直线连接符 274">
                <a:extLst>
                  <a:ext uri="{FF2B5EF4-FFF2-40B4-BE49-F238E27FC236}">
                    <a16:creationId xmlns:a16="http://schemas.microsoft.com/office/drawing/2014/main" id="{DB721DA0-8D4E-1B67-A68F-232BC17BEC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98666" y="2232241"/>
                <a:ext cx="100070" cy="7096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直线连接符 275">
                <a:extLst>
                  <a:ext uri="{FF2B5EF4-FFF2-40B4-BE49-F238E27FC236}">
                    <a16:creationId xmlns:a16="http://schemas.microsoft.com/office/drawing/2014/main" id="{04DCE19D-68A3-86D1-EE9D-EBF1FAF552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97261" y="2303208"/>
                <a:ext cx="101475" cy="804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87" name="文本框 286">
            <a:extLst>
              <a:ext uri="{FF2B5EF4-FFF2-40B4-BE49-F238E27FC236}">
                <a16:creationId xmlns:a16="http://schemas.microsoft.com/office/drawing/2014/main" id="{879AFEEC-007F-50D2-C7B2-89F62D250387}"/>
              </a:ext>
            </a:extLst>
          </p:cNvPr>
          <p:cNvSpPr txBox="1"/>
          <p:nvPr/>
        </p:nvSpPr>
        <p:spPr>
          <a:xfrm>
            <a:off x="12819306" y="3007948"/>
            <a:ext cx="708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Switching</a:t>
            </a:r>
            <a:endParaRPr kumimoji="1" lang="zh-CN" altLang="en-US" sz="12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cxnSp>
        <p:nvCxnSpPr>
          <p:cNvPr id="288" name="直线箭头连接符 287">
            <a:extLst>
              <a:ext uri="{FF2B5EF4-FFF2-40B4-BE49-F238E27FC236}">
                <a16:creationId xmlns:a16="http://schemas.microsoft.com/office/drawing/2014/main" id="{F75A147D-8EFA-DA93-3934-7D405452C7C2}"/>
              </a:ext>
            </a:extLst>
          </p:cNvPr>
          <p:cNvCxnSpPr>
            <a:cxnSpLocks/>
          </p:cNvCxnSpPr>
          <p:nvPr/>
        </p:nvCxnSpPr>
        <p:spPr>
          <a:xfrm>
            <a:off x="13143174" y="3239042"/>
            <a:ext cx="0" cy="180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文本框 290">
            <a:extLst>
              <a:ext uri="{FF2B5EF4-FFF2-40B4-BE49-F238E27FC236}">
                <a16:creationId xmlns:a16="http://schemas.microsoft.com/office/drawing/2014/main" id="{3C07D712-FFA3-5A57-A3A6-6984CA962E79}"/>
              </a:ext>
            </a:extLst>
          </p:cNvPr>
          <p:cNvSpPr txBox="1"/>
          <p:nvPr/>
        </p:nvSpPr>
        <p:spPr>
          <a:xfrm>
            <a:off x="12658185" y="3364879"/>
            <a:ext cx="15463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Rollout + Beam Search</a:t>
            </a:r>
            <a:endParaRPr kumimoji="1" lang="zh-CN" altLang="en-US" sz="12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cxnSp>
        <p:nvCxnSpPr>
          <p:cNvPr id="292" name="直线箭头连接符 291">
            <a:extLst>
              <a:ext uri="{FF2B5EF4-FFF2-40B4-BE49-F238E27FC236}">
                <a16:creationId xmlns:a16="http://schemas.microsoft.com/office/drawing/2014/main" id="{88DD8E71-518A-5FAD-A585-E60EAAAB1211}"/>
              </a:ext>
            </a:extLst>
          </p:cNvPr>
          <p:cNvCxnSpPr>
            <a:cxnSpLocks/>
          </p:cNvCxnSpPr>
          <p:nvPr/>
        </p:nvCxnSpPr>
        <p:spPr>
          <a:xfrm>
            <a:off x="9879926" y="3581607"/>
            <a:ext cx="144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直线箭头连接符 292">
            <a:extLst>
              <a:ext uri="{FF2B5EF4-FFF2-40B4-BE49-F238E27FC236}">
                <a16:creationId xmlns:a16="http://schemas.microsoft.com/office/drawing/2014/main" id="{FAB8059E-A0AD-D1C7-820A-C85CCC966AA5}"/>
              </a:ext>
            </a:extLst>
          </p:cNvPr>
          <p:cNvCxnSpPr>
            <a:cxnSpLocks/>
          </p:cNvCxnSpPr>
          <p:nvPr/>
        </p:nvCxnSpPr>
        <p:spPr>
          <a:xfrm>
            <a:off x="11981992" y="3549089"/>
            <a:ext cx="144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直线箭头连接符 293">
            <a:extLst>
              <a:ext uri="{FF2B5EF4-FFF2-40B4-BE49-F238E27FC236}">
                <a16:creationId xmlns:a16="http://schemas.microsoft.com/office/drawing/2014/main" id="{0CD2E967-8C21-5984-974F-BD3E56E6B41C}"/>
              </a:ext>
            </a:extLst>
          </p:cNvPr>
          <p:cNvCxnSpPr>
            <a:cxnSpLocks/>
          </p:cNvCxnSpPr>
          <p:nvPr/>
        </p:nvCxnSpPr>
        <p:spPr>
          <a:xfrm>
            <a:off x="12553708" y="3551156"/>
            <a:ext cx="144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5" name="文本框 294">
            <a:extLst>
              <a:ext uri="{FF2B5EF4-FFF2-40B4-BE49-F238E27FC236}">
                <a16:creationId xmlns:a16="http://schemas.microsoft.com/office/drawing/2014/main" id="{32736382-FD5B-51FA-38A5-E98C6CAE2BFE}"/>
              </a:ext>
            </a:extLst>
          </p:cNvPr>
          <p:cNvSpPr txBox="1"/>
          <p:nvPr/>
        </p:nvSpPr>
        <p:spPr>
          <a:xfrm>
            <a:off x="13122630" y="3168355"/>
            <a:ext cx="708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Sampling</a:t>
            </a:r>
            <a:endParaRPr kumimoji="1" lang="zh-CN" altLang="en-US" sz="12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cxnSp>
        <p:nvCxnSpPr>
          <p:cNvPr id="296" name="直线箭头连接符 295">
            <a:extLst>
              <a:ext uri="{FF2B5EF4-FFF2-40B4-BE49-F238E27FC236}">
                <a16:creationId xmlns:a16="http://schemas.microsoft.com/office/drawing/2014/main" id="{A50082DC-F714-07E1-8852-0B04A8D3CC68}"/>
              </a:ext>
            </a:extLst>
          </p:cNvPr>
          <p:cNvCxnSpPr>
            <a:cxnSpLocks/>
          </p:cNvCxnSpPr>
          <p:nvPr/>
        </p:nvCxnSpPr>
        <p:spPr>
          <a:xfrm>
            <a:off x="13990622" y="3498621"/>
            <a:ext cx="144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圆角矩形 5">
            <a:extLst>
              <a:ext uri="{FF2B5EF4-FFF2-40B4-BE49-F238E27FC236}">
                <a16:creationId xmlns:a16="http://schemas.microsoft.com/office/drawing/2014/main" id="{4AA4CD3D-DF56-494F-B8B4-9FAF802FAC79}"/>
              </a:ext>
            </a:extLst>
          </p:cNvPr>
          <p:cNvSpPr/>
          <p:nvPr/>
        </p:nvSpPr>
        <p:spPr>
          <a:xfrm>
            <a:off x="14173436" y="3357362"/>
            <a:ext cx="422926" cy="24556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A33D2DB-34D2-0BA5-DF08-966AC68213E0}"/>
              </a:ext>
            </a:extLst>
          </p:cNvPr>
          <p:cNvSpPr txBox="1"/>
          <p:nvPr/>
        </p:nvSpPr>
        <p:spPr>
          <a:xfrm>
            <a:off x="14129398" y="3280542"/>
            <a:ext cx="5309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Action</a:t>
            </a:r>
            <a:endParaRPr kumimoji="1" lang="zh-CN" altLang="en-US" sz="12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496CCBD-1896-88AD-5101-994CB86048BB}"/>
                  </a:ext>
                </a:extLst>
              </p:cNvPr>
              <p:cNvSpPr txBox="1"/>
              <p:nvPr/>
            </p:nvSpPr>
            <p:spPr>
              <a:xfrm>
                <a:off x="14242168" y="3378932"/>
                <a:ext cx="1876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/>
              </a:p>
            </p:txBody>
          </p:sp>
        </mc:Choice>
        <mc:Fallback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496CCBD-1896-88AD-5101-994CB8604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2168" y="3378932"/>
                <a:ext cx="187622" cy="276999"/>
              </a:xfrm>
              <a:prstGeom prst="rect">
                <a:avLst/>
              </a:prstGeom>
              <a:blipFill>
                <a:blip r:embed="rId27"/>
                <a:stretch>
                  <a:fillRect r="-3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图片 22">
            <a:extLst>
              <a:ext uri="{FF2B5EF4-FFF2-40B4-BE49-F238E27FC236}">
                <a16:creationId xmlns:a16="http://schemas.microsoft.com/office/drawing/2014/main" id="{CEA9D1C2-D56C-22ED-3CEF-73A88A0CC4AE}"/>
              </a:ext>
            </a:extLst>
          </p:cNvPr>
          <p:cNvPicPr/>
          <p:nvPr/>
        </p:nvPicPr>
        <p:blipFill>
          <a:blip r:embed="rId28"/>
          <a:stretch>
            <a:fillRect/>
          </a:stretch>
        </p:blipFill>
        <p:spPr>
          <a:xfrm>
            <a:off x="13721931" y="3154531"/>
            <a:ext cx="903009" cy="167569"/>
          </a:xfrm>
          <a:prstGeom prst="rect">
            <a:avLst/>
          </a:prstGeom>
        </p:spPr>
      </p:pic>
      <p:sp>
        <p:nvSpPr>
          <p:cNvPr id="69" name="圆角矩形 68">
            <a:extLst>
              <a:ext uri="{FF2B5EF4-FFF2-40B4-BE49-F238E27FC236}">
                <a16:creationId xmlns:a16="http://schemas.microsoft.com/office/drawing/2014/main" id="{54614CE8-AA86-CC31-CC7F-CB9D6966DE59}"/>
              </a:ext>
            </a:extLst>
          </p:cNvPr>
          <p:cNvSpPr/>
          <p:nvPr/>
        </p:nvSpPr>
        <p:spPr>
          <a:xfrm>
            <a:off x="12819306" y="3697165"/>
            <a:ext cx="1724787" cy="682234"/>
          </a:xfrm>
          <a:prstGeom prst="roundRect">
            <a:avLst>
              <a:gd name="adj" fmla="val 7017"/>
            </a:avLst>
          </a:prstGeom>
          <a:solidFill>
            <a:srgbClr val="FFD7DA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AEC5ED96-F6F6-A890-8567-A02B2A27A37E}"/>
              </a:ext>
            </a:extLst>
          </p:cNvPr>
          <p:cNvSpPr txBox="1"/>
          <p:nvPr/>
        </p:nvSpPr>
        <p:spPr>
          <a:xfrm>
            <a:off x="13154000" y="3654994"/>
            <a:ext cx="1064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Habitual Engine</a:t>
            </a:r>
            <a:endParaRPr kumimoji="1" lang="zh-CN" altLang="en-US" sz="12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graphicFrame>
        <p:nvGraphicFramePr>
          <p:cNvPr id="74" name="对象 73">
            <a:extLst>
              <a:ext uri="{FF2B5EF4-FFF2-40B4-BE49-F238E27FC236}">
                <a16:creationId xmlns:a16="http://schemas.microsoft.com/office/drawing/2014/main" id="{FE4BB052-B52F-2456-59B4-2E04C2610F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6295517"/>
              </p:ext>
            </p:extLst>
          </p:nvPr>
        </p:nvGraphicFramePr>
        <p:xfrm>
          <a:off x="13217833" y="3850170"/>
          <a:ext cx="955974" cy="167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307880" imgH="228600" progId="Equation.DSMT4">
                  <p:embed/>
                </p:oleObj>
              </mc:Choice>
              <mc:Fallback>
                <p:oleObj name="Equation" r:id="rId29" imgW="1307880" imgH="228600" progId="Equation.DSMT4">
                  <p:embed/>
                  <p:pic>
                    <p:nvPicPr>
                      <p:cNvPr id="154" name="对象 153">
                        <a:extLst>
                          <a:ext uri="{FF2B5EF4-FFF2-40B4-BE49-F238E27FC236}">
                            <a16:creationId xmlns:a16="http://schemas.microsoft.com/office/drawing/2014/main" id="{3B22DE8B-0193-01CD-C836-1362317C81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3217833" y="3850170"/>
                        <a:ext cx="955974" cy="167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对象 78">
            <a:extLst>
              <a:ext uri="{FF2B5EF4-FFF2-40B4-BE49-F238E27FC236}">
                <a16:creationId xmlns:a16="http://schemas.microsoft.com/office/drawing/2014/main" id="{58975243-176F-5D74-481C-2817ED6868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9595401"/>
              </p:ext>
            </p:extLst>
          </p:nvPr>
        </p:nvGraphicFramePr>
        <p:xfrm>
          <a:off x="12835783" y="4007680"/>
          <a:ext cx="1716145" cy="149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628720" imgH="228600" progId="Equation.DSMT4">
                  <p:embed/>
                </p:oleObj>
              </mc:Choice>
              <mc:Fallback>
                <p:oleObj name="Equation" r:id="rId31" imgW="2628720" imgH="228600" progId="Equation.DSMT4">
                  <p:embed/>
                  <p:pic>
                    <p:nvPicPr>
                      <p:cNvPr id="155" name="对象 154">
                        <a:extLst>
                          <a:ext uri="{FF2B5EF4-FFF2-40B4-BE49-F238E27FC236}">
                            <a16:creationId xmlns:a16="http://schemas.microsoft.com/office/drawing/2014/main" id="{9DAFECE1-3788-26D7-D245-ADABCC5328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2835783" y="4007680"/>
                        <a:ext cx="1716145" cy="1495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圆角矩形 84">
            <a:extLst>
              <a:ext uri="{FF2B5EF4-FFF2-40B4-BE49-F238E27FC236}">
                <a16:creationId xmlns:a16="http://schemas.microsoft.com/office/drawing/2014/main" id="{B6FFB909-7746-2D65-C9B5-E8D9DBAFA9BA}"/>
              </a:ext>
            </a:extLst>
          </p:cNvPr>
          <p:cNvSpPr/>
          <p:nvPr/>
        </p:nvSpPr>
        <p:spPr>
          <a:xfrm>
            <a:off x="12975771" y="4162132"/>
            <a:ext cx="1439050" cy="174613"/>
          </a:xfrm>
          <a:prstGeom prst="roundRect">
            <a:avLst/>
          </a:prstGeom>
          <a:solidFill>
            <a:srgbClr val="FF99B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1B4CD8E9-B4CF-99DB-3CF3-160116B1F1D7}"/>
              </a:ext>
            </a:extLst>
          </p:cNvPr>
          <p:cNvSpPr txBox="1"/>
          <p:nvPr/>
        </p:nvSpPr>
        <p:spPr>
          <a:xfrm>
            <a:off x="13046930" y="4105690"/>
            <a:ext cx="16133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Rule-driven Reasoning</a:t>
            </a:r>
            <a:endParaRPr kumimoji="1" lang="zh-CN" altLang="en-US" sz="12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7C67F037-0AE3-83C0-36F4-368A0166E80C}"/>
              </a:ext>
            </a:extLst>
          </p:cNvPr>
          <p:cNvSpPr/>
          <p:nvPr/>
        </p:nvSpPr>
        <p:spPr>
          <a:xfrm>
            <a:off x="10238059" y="4050875"/>
            <a:ext cx="1440000" cy="1440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931BA8F5-73DA-90FC-9A8F-BE7963C34A48}"/>
              </a:ext>
            </a:extLst>
          </p:cNvPr>
          <p:cNvSpPr txBox="1"/>
          <p:nvPr/>
        </p:nvSpPr>
        <p:spPr>
          <a:xfrm>
            <a:off x="10284326" y="4481335"/>
            <a:ext cx="1305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8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Goal-Minimize Free Energy </a:t>
            </a:r>
            <a:endParaRPr kumimoji="1" lang="zh-CN" altLang="en-US" sz="18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sp>
        <p:nvSpPr>
          <p:cNvPr id="122" name="圆角矩形 121">
            <a:extLst>
              <a:ext uri="{FF2B5EF4-FFF2-40B4-BE49-F238E27FC236}">
                <a16:creationId xmlns:a16="http://schemas.microsoft.com/office/drawing/2014/main" id="{F8EC2125-2CCD-F6A2-EF43-AAC4304E7D17}"/>
              </a:ext>
            </a:extLst>
          </p:cNvPr>
          <p:cNvSpPr/>
          <p:nvPr/>
        </p:nvSpPr>
        <p:spPr>
          <a:xfrm>
            <a:off x="7816064" y="5059829"/>
            <a:ext cx="2353706" cy="1035557"/>
          </a:xfrm>
          <a:prstGeom prst="roundRect">
            <a:avLst>
              <a:gd name="adj" fmla="val 6071"/>
            </a:avLst>
          </a:prstGeom>
          <a:solidFill>
            <a:srgbClr val="EFFFE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E16A1-5108-707E-8BBB-E8FFB54D174A}"/>
              </a:ext>
            </a:extLst>
          </p:cNvPr>
          <p:cNvSpPr txBox="1"/>
          <p:nvPr/>
        </p:nvSpPr>
        <p:spPr>
          <a:xfrm>
            <a:off x="8125489" y="5034163"/>
            <a:ext cx="19097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Loss of Free Energy</a:t>
            </a:r>
            <a:endParaRPr kumimoji="1" lang="zh-CN" altLang="en-US" sz="16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graphicFrame>
        <p:nvGraphicFramePr>
          <p:cNvPr id="133" name="对象 132">
            <a:extLst>
              <a:ext uri="{FF2B5EF4-FFF2-40B4-BE49-F238E27FC236}">
                <a16:creationId xmlns:a16="http://schemas.microsoft.com/office/drawing/2014/main" id="{598BF81E-8A82-89E5-A81B-43973BF319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2328968"/>
              </p:ext>
            </p:extLst>
          </p:nvPr>
        </p:nvGraphicFramePr>
        <p:xfrm>
          <a:off x="8263305" y="5699112"/>
          <a:ext cx="149383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752480" imgH="431640" progId="Equation.DSMT4">
                  <p:embed/>
                </p:oleObj>
              </mc:Choice>
              <mc:Fallback>
                <p:oleObj name="Equation" r:id="rId33" imgW="1752480" imgH="431640" progId="Equation.DSMT4">
                  <p:embed/>
                  <p:pic>
                    <p:nvPicPr>
                      <p:cNvPr id="139" name="对象 138">
                        <a:extLst>
                          <a:ext uri="{FF2B5EF4-FFF2-40B4-BE49-F238E27FC236}">
                            <a16:creationId xmlns:a16="http://schemas.microsoft.com/office/drawing/2014/main" id="{4FEFA960-3867-52FE-38FD-74EE56F196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8263305" y="5699112"/>
                        <a:ext cx="1493838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" name="圆角矩形 142">
            <a:extLst>
              <a:ext uri="{FF2B5EF4-FFF2-40B4-BE49-F238E27FC236}">
                <a16:creationId xmlns:a16="http://schemas.microsoft.com/office/drawing/2014/main" id="{4DD5F702-8B9A-6980-3F71-73302D021208}"/>
              </a:ext>
            </a:extLst>
          </p:cNvPr>
          <p:cNvSpPr/>
          <p:nvPr/>
        </p:nvSpPr>
        <p:spPr>
          <a:xfrm>
            <a:off x="7654275" y="6255050"/>
            <a:ext cx="2709657" cy="427089"/>
          </a:xfrm>
          <a:prstGeom prst="roundRect">
            <a:avLst>
              <a:gd name="adj" fmla="val 9816"/>
            </a:avLst>
          </a:prstGeom>
          <a:solidFill>
            <a:srgbClr val="E2FFD9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469728B7-CAA4-51A9-C916-440B77F65416}"/>
              </a:ext>
            </a:extLst>
          </p:cNvPr>
          <p:cNvSpPr txBox="1"/>
          <p:nvPr/>
        </p:nvSpPr>
        <p:spPr>
          <a:xfrm>
            <a:off x="8411704" y="6190003"/>
            <a:ext cx="12145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Model Update</a:t>
            </a:r>
            <a:endParaRPr kumimoji="1" lang="zh-CN" altLang="en-US" sz="16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graphicFrame>
        <p:nvGraphicFramePr>
          <p:cNvPr id="146" name="对象 145">
            <a:extLst>
              <a:ext uri="{FF2B5EF4-FFF2-40B4-BE49-F238E27FC236}">
                <a16:creationId xmlns:a16="http://schemas.microsoft.com/office/drawing/2014/main" id="{46B6B76B-CE69-B274-B13B-D3E6702B27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028251"/>
              </p:ext>
            </p:extLst>
          </p:nvPr>
        </p:nvGraphicFramePr>
        <p:xfrm>
          <a:off x="7741237" y="6424707"/>
          <a:ext cx="2585967" cy="223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793960" imgH="241200" progId="Equation.DSMT4">
                  <p:embed/>
                </p:oleObj>
              </mc:Choice>
              <mc:Fallback>
                <p:oleObj name="Equation" r:id="rId35" imgW="2793960" imgH="241200" progId="Equation.DSMT4">
                  <p:embed/>
                  <p:pic>
                    <p:nvPicPr>
                      <p:cNvPr id="149" name="对象 148">
                        <a:extLst>
                          <a:ext uri="{FF2B5EF4-FFF2-40B4-BE49-F238E27FC236}">
                            <a16:creationId xmlns:a16="http://schemas.microsoft.com/office/drawing/2014/main" id="{7A580A2A-F530-41C3-D23C-68091C34B0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7741237" y="6424707"/>
                        <a:ext cx="2585967" cy="2233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0" name="直线箭头连接符 149">
            <a:extLst>
              <a:ext uri="{FF2B5EF4-FFF2-40B4-BE49-F238E27FC236}">
                <a16:creationId xmlns:a16="http://schemas.microsoft.com/office/drawing/2014/main" id="{19601EC6-02B3-8C4D-4ECF-40918B1AE3EB}"/>
              </a:ext>
            </a:extLst>
          </p:cNvPr>
          <p:cNvCxnSpPr>
            <a:cxnSpLocks/>
            <a:stCxn id="91" idx="3"/>
            <a:endCxn id="91" idx="3"/>
          </p:cNvCxnSpPr>
          <p:nvPr/>
        </p:nvCxnSpPr>
        <p:spPr>
          <a:xfrm>
            <a:off x="10448942" y="5279992"/>
            <a:ext cx="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A2FEEFCE-1873-C4C1-D4ED-4FA4B0BE7108}"/>
              </a:ext>
            </a:extLst>
          </p:cNvPr>
          <p:cNvCxnSpPr>
            <a:cxnSpLocks/>
            <a:stCxn id="91" idx="4"/>
          </p:cNvCxnSpPr>
          <p:nvPr/>
        </p:nvCxnSpPr>
        <p:spPr>
          <a:xfrm>
            <a:off x="10958059" y="5490875"/>
            <a:ext cx="442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直线箭头连接符 157">
            <a:extLst>
              <a:ext uri="{FF2B5EF4-FFF2-40B4-BE49-F238E27FC236}">
                <a16:creationId xmlns:a16="http://schemas.microsoft.com/office/drawing/2014/main" id="{36FA2AEE-6FFB-D795-AE3E-A5F9AD24C803}"/>
              </a:ext>
            </a:extLst>
          </p:cNvPr>
          <p:cNvCxnSpPr>
            <a:cxnSpLocks/>
          </p:cNvCxnSpPr>
          <p:nvPr/>
        </p:nvCxnSpPr>
        <p:spPr>
          <a:xfrm rot="16200000">
            <a:off x="11527862" y="5221372"/>
            <a:ext cx="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直线箭头连接符 162">
            <a:extLst>
              <a:ext uri="{FF2B5EF4-FFF2-40B4-BE49-F238E27FC236}">
                <a16:creationId xmlns:a16="http://schemas.microsoft.com/office/drawing/2014/main" id="{E0EF98FB-0F7D-3071-7C62-A945A826E6AE}"/>
              </a:ext>
            </a:extLst>
          </p:cNvPr>
          <p:cNvCxnSpPr>
            <a:cxnSpLocks/>
          </p:cNvCxnSpPr>
          <p:nvPr/>
        </p:nvCxnSpPr>
        <p:spPr>
          <a:xfrm rot="10800000">
            <a:off x="11482678" y="4280394"/>
            <a:ext cx="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直线箭头连接符 166">
            <a:extLst>
              <a:ext uri="{FF2B5EF4-FFF2-40B4-BE49-F238E27FC236}">
                <a16:creationId xmlns:a16="http://schemas.microsoft.com/office/drawing/2014/main" id="{1A03FB1C-1B09-24E2-194C-19DFE03B35CD}"/>
              </a:ext>
            </a:extLst>
          </p:cNvPr>
          <p:cNvCxnSpPr>
            <a:cxnSpLocks/>
          </p:cNvCxnSpPr>
          <p:nvPr/>
        </p:nvCxnSpPr>
        <p:spPr>
          <a:xfrm rot="10800000">
            <a:off x="10916956" y="4049714"/>
            <a:ext cx="442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直线箭头连接符 167">
            <a:extLst>
              <a:ext uri="{FF2B5EF4-FFF2-40B4-BE49-F238E27FC236}">
                <a16:creationId xmlns:a16="http://schemas.microsoft.com/office/drawing/2014/main" id="{EB73AAB4-D224-80DC-6006-5EA1CAA19D45}"/>
              </a:ext>
            </a:extLst>
          </p:cNvPr>
          <p:cNvCxnSpPr>
            <a:cxnSpLocks/>
          </p:cNvCxnSpPr>
          <p:nvPr/>
        </p:nvCxnSpPr>
        <p:spPr>
          <a:xfrm rot="-13500000">
            <a:off x="10348465" y="4353877"/>
            <a:ext cx="442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0" name="组合 169">
            <a:extLst>
              <a:ext uri="{FF2B5EF4-FFF2-40B4-BE49-F238E27FC236}">
                <a16:creationId xmlns:a16="http://schemas.microsoft.com/office/drawing/2014/main" id="{5E398E03-01E6-DB9F-9157-BB459349B0DA}"/>
              </a:ext>
            </a:extLst>
          </p:cNvPr>
          <p:cNvGrpSpPr/>
          <p:nvPr/>
        </p:nvGrpSpPr>
        <p:grpSpPr>
          <a:xfrm>
            <a:off x="12155228" y="4570364"/>
            <a:ext cx="2464186" cy="369332"/>
            <a:chOff x="2220740" y="2331780"/>
            <a:chExt cx="2464186" cy="369332"/>
          </a:xfrm>
        </p:grpSpPr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1F19C9BA-B998-4204-64D3-D0B28A936E2B}"/>
                </a:ext>
              </a:extLst>
            </p:cNvPr>
            <p:cNvSpPr/>
            <p:nvPr/>
          </p:nvSpPr>
          <p:spPr>
            <a:xfrm>
              <a:off x="2220740" y="2374497"/>
              <a:ext cx="2269754" cy="2995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2" name="文本框 171">
              <a:extLst>
                <a:ext uri="{FF2B5EF4-FFF2-40B4-BE49-F238E27FC236}">
                  <a16:creationId xmlns:a16="http://schemas.microsoft.com/office/drawing/2014/main" id="{569B8562-8B1A-F02B-5780-F17858761749}"/>
                </a:ext>
              </a:extLst>
            </p:cNvPr>
            <p:cNvSpPr txBox="1"/>
            <p:nvPr/>
          </p:nvSpPr>
          <p:spPr>
            <a:xfrm>
              <a:off x="2331221" y="2331780"/>
              <a:ext cx="23537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800" dirty="0">
                  <a:latin typeface="Apple Symbols" panose="02000000000000000000" pitchFamily="2" charset="-79"/>
                  <a:ea typeface="Apple Symbols" panose="02000000000000000000" pitchFamily="2" charset="-79"/>
                  <a:cs typeface="Apple Symbols" panose="02000000000000000000" pitchFamily="2" charset="-79"/>
                </a:rPr>
                <a:t>Sleep-Rule Management</a:t>
              </a:r>
              <a:endParaRPr kumimoji="1" lang="zh-CN" altLang="en-US" sz="18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endParaRPr>
            </a:p>
          </p:txBody>
        </p:sp>
      </p:grpSp>
      <p:graphicFrame>
        <p:nvGraphicFramePr>
          <p:cNvPr id="121" name="对象 120">
            <a:extLst>
              <a:ext uri="{FF2B5EF4-FFF2-40B4-BE49-F238E27FC236}">
                <a16:creationId xmlns:a16="http://schemas.microsoft.com/office/drawing/2014/main" id="{523D6765-0591-7611-E60B-9D53CA7AC3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4536343"/>
              </p:ext>
            </p:extLst>
          </p:nvPr>
        </p:nvGraphicFramePr>
        <p:xfrm>
          <a:off x="7923801" y="5287050"/>
          <a:ext cx="2188123" cy="3967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2311200" imgH="419040" progId="Equation.DSMT4">
                  <p:embed/>
                </p:oleObj>
              </mc:Choice>
              <mc:Fallback>
                <p:oleObj name="Equation" r:id="rId37" imgW="2311200" imgH="419040" progId="Equation.DSMT4">
                  <p:embed/>
                  <p:pic>
                    <p:nvPicPr>
                      <p:cNvPr id="138" name="对象 137">
                        <a:extLst>
                          <a:ext uri="{FF2B5EF4-FFF2-40B4-BE49-F238E27FC236}">
                            <a16:creationId xmlns:a16="http://schemas.microsoft.com/office/drawing/2014/main" id="{41B5D45C-F680-A53E-AB9E-A79E400AC0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7923801" y="5287050"/>
                        <a:ext cx="2188123" cy="3967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" name="圆角矩形 172">
            <a:extLst>
              <a:ext uri="{FF2B5EF4-FFF2-40B4-BE49-F238E27FC236}">
                <a16:creationId xmlns:a16="http://schemas.microsoft.com/office/drawing/2014/main" id="{B201DC21-2D78-A536-4302-A80238638394}"/>
              </a:ext>
            </a:extLst>
          </p:cNvPr>
          <p:cNvSpPr/>
          <p:nvPr/>
        </p:nvSpPr>
        <p:spPr>
          <a:xfrm>
            <a:off x="11818979" y="5059829"/>
            <a:ext cx="2353706" cy="1035557"/>
          </a:xfrm>
          <a:prstGeom prst="roundRect">
            <a:avLst>
              <a:gd name="adj" fmla="val 5365"/>
            </a:avLst>
          </a:prstGeom>
          <a:solidFill>
            <a:srgbClr val="FFF6C4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5" name="圆角矩形 174">
            <a:extLst>
              <a:ext uri="{FF2B5EF4-FFF2-40B4-BE49-F238E27FC236}">
                <a16:creationId xmlns:a16="http://schemas.microsoft.com/office/drawing/2014/main" id="{2C6B41D9-E1A7-8B20-F14C-8EC1B4D542EE}"/>
              </a:ext>
            </a:extLst>
          </p:cNvPr>
          <p:cNvSpPr/>
          <p:nvPr/>
        </p:nvSpPr>
        <p:spPr>
          <a:xfrm>
            <a:off x="11646665" y="6244434"/>
            <a:ext cx="2709657" cy="427089"/>
          </a:xfrm>
          <a:prstGeom prst="roundRect">
            <a:avLst>
              <a:gd name="adj" fmla="val 11529"/>
            </a:avLst>
          </a:prstGeom>
          <a:solidFill>
            <a:srgbClr val="FFD49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35F6641E-4549-1323-6878-D5CD4FE060C7}"/>
              </a:ext>
            </a:extLst>
          </p:cNvPr>
          <p:cNvSpPr txBox="1"/>
          <p:nvPr/>
        </p:nvSpPr>
        <p:spPr>
          <a:xfrm>
            <a:off x="12231775" y="5023889"/>
            <a:ext cx="19097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Rule Candidate Pool</a:t>
            </a:r>
            <a:endParaRPr kumimoji="1" lang="zh-CN" altLang="en-US" sz="16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C8A7ADB7-70F2-4435-4C6B-7991D159C2E1}"/>
              </a:ext>
            </a:extLst>
          </p:cNvPr>
          <p:cNvSpPr txBox="1"/>
          <p:nvPr/>
        </p:nvSpPr>
        <p:spPr>
          <a:xfrm>
            <a:off x="11930288" y="5258037"/>
            <a:ext cx="2133924" cy="234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kumimoji="1" lang="en-US" altLang="zh-CN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Confidence Level decays</a:t>
            </a:r>
            <a:endParaRPr kumimoji="1" lang="zh-CN" altLang="en-US" sz="12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graphicFrame>
        <p:nvGraphicFramePr>
          <p:cNvPr id="178" name="对象 177">
            <a:extLst>
              <a:ext uri="{FF2B5EF4-FFF2-40B4-BE49-F238E27FC236}">
                <a16:creationId xmlns:a16="http://schemas.microsoft.com/office/drawing/2014/main" id="{20F6DC30-3545-73E6-D4C3-FC107553C1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3466678"/>
              </p:ext>
            </p:extLst>
          </p:nvPr>
        </p:nvGraphicFramePr>
        <p:xfrm>
          <a:off x="12109714" y="5362497"/>
          <a:ext cx="1841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841400" imgH="228600" progId="Equation.DSMT4">
                  <p:embed/>
                </p:oleObj>
              </mc:Choice>
              <mc:Fallback>
                <p:oleObj name="Equation" r:id="rId39" imgW="1841400" imgH="228600" progId="Equation.DSMT4">
                  <p:embed/>
                  <p:pic>
                    <p:nvPicPr>
                      <p:cNvPr id="130" name="对象 129">
                        <a:extLst>
                          <a:ext uri="{FF2B5EF4-FFF2-40B4-BE49-F238E27FC236}">
                            <a16:creationId xmlns:a16="http://schemas.microsoft.com/office/drawing/2014/main" id="{2AD7C32E-25A5-7845-8200-1205596812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2109714" y="5362497"/>
                        <a:ext cx="1841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" name="对象 178">
            <a:extLst>
              <a:ext uri="{FF2B5EF4-FFF2-40B4-BE49-F238E27FC236}">
                <a16:creationId xmlns:a16="http://schemas.microsoft.com/office/drawing/2014/main" id="{1E4B216F-6A9D-DF73-73EA-8522B7E0DD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7402931"/>
              </p:ext>
            </p:extLst>
          </p:nvPr>
        </p:nvGraphicFramePr>
        <p:xfrm>
          <a:off x="11893803" y="5729847"/>
          <a:ext cx="2253627" cy="327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2882880" imgH="419040" progId="Equation.DSMT4">
                  <p:embed/>
                </p:oleObj>
              </mc:Choice>
              <mc:Fallback>
                <p:oleObj name="Equation" r:id="rId41" imgW="2882880" imgH="419040" progId="Equation.DSMT4">
                  <p:embed/>
                  <p:pic>
                    <p:nvPicPr>
                      <p:cNvPr id="134" name="对象 133">
                        <a:extLst>
                          <a:ext uri="{FF2B5EF4-FFF2-40B4-BE49-F238E27FC236}">
                            <a16:creationId xmlns:a16="http://schemas.microsoft.com/office/drawing/2014/main" id="{5E6386CC-4B39-B64C-3F0E-AD12B1567F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1893803" y="5729847"/>
                        <a:ext cx="2253627" cy="327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" name="文本框 179">
            <a:extLst>
              <a:ext uri="{FF2B5EF4-FFF2-40B4-BE49-F238E27FC236}">
                <a16:creationId xmlns:a16="http://schemas.microsoft.com/office/drawing/2014/main" id="{25B23230-803F-A342-DAA8-330690587FCC}"/>
              </a:ext>
            </a:extLst>
          </p:cNvPr>
          <p:cNvSpPr txBox="1"/>
          <p:nvPr/>
        </p:nvSpPr>
        <p:spPr>
          <a:xfrm>
            <a:off x="11930288" y="5599347"/>
            <a:ext cx="2133924" cy="234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kumimoji="1" lang="en-US" altLang="zh-CN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Compound Scoring</a:t>
            </a:r>
            <a:endParaRPr kumimoji="1" lang="zh-CN" altLang="en-US" sz="12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FC66A707-E905-5E8F-76EC-71A0E32EABEA}"/>
              </a:ext>
            </a:extLst>
          </p:cNvPr>
          <p:cNvSpPr txBox="1"/>
          <p:nvPr/>
        </p:nvSpPr>
        <p:spPr>
          <a:xfrm>
            <a:off x="12262981" y="6175760"/>
            <a:ext cx="19097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Logic Rule Learner</a:t>
            </a:r>
            <a:endParaRPr kumimoji="1" lang="zh-CN" altLang="en-US" sz="16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graphicFrame>
        <p:nvGraphicFramePr>
          <p:cNvPr id="182" name="对象 181">
            <a:extLst>
              <a:ext uri="{FF2B5EF4-FFF2-40B4-BE49-F238E27FC236}">
                <a16:creationId xmlns:a16="http://schemas.microsoft.com/office/drawing/2014/main" id="{31F375D5-8E87-5EEF-30CA-6AFA6E7DF0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2050336"/>
              </p:ext>
            </p:extLst>
          </p:nvPr>
        </p:nvGraphicFramePr>
        <p:xfrm>
          <a:off x="11684373" y="6412349"/>
          <a:ext cx="262255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4356000" imgH="419040" progId="Equation.DSMT4">
                  <p:embed/>
                </p:oleObj>
              </mc:Choice>
              <mc:Fallback>
                <p:oleObj name="Equation" r:id="rId43" imgW="4356000" imgH="419040" progId="Equation.DSMT4">
                  <p:embed/>
                  <p:pic>
                    <p:nvPicPr>
                      <p:cNvPr id="135" name="对象 134">
                        <a:extLst>
                          <a:ext uri="{FF2B5EF4-FFF2-40B4-BE49-F238E27FC236}">
                            <a16:creationId xmlns:a16="http://schemas.microsoft.com/office/drawing/2014/main" id="{3DD4FB40-6972-28D9-DC44-637E60D263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1684373" y="6412349"/>
                        <a:ext cx="262255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" name="文本框 182">
            <a:extLst>
              <a:ext uri="{FF2B5EF4-FFF2-40B4-BE49-F238E27FC236}">
                <a16:creationId xmlns:a16="http://schemas.microsoft.com/office/drawing/2014/main" id="{8F83B245-72A9-A1A8-5F9F-80838894DCE8}"/>
              </a:ext>
            </a:extLst>
          </p:cNvPr>
          <p:cNvSpPr txBox="1"/>
          <p:nvPr/>
        </p:nvSpPr>
        <p:spPr>
          <a:xfrm>
            <a:off x="12982746" y="6032461"/>
            <a:ext cx="917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Rule Pruning</a:t>
            </a:r>
            <a:endParaRPr kumimoji="1" lang="zh-CN" altLang="en-US" sz="12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cxnSp>
        <p:nvCxnSpPr>
          <p:cNvPr id="184" name="直线箭头连接符 183">
            <a:extLst>
              <a:ext uri="{FF2B5EF4-FFF2-40B4-BE49-F238E27FC236}">
                <a16:creationId xmlns:a16="http://schemas.microsoft.com/office/drawing/2014/main" id="{A33A8972-D1A9-84AA-4AFB-37894BB3FB29}"/>
              </a:ext>
            </a:extLst>
          </p:cNvPr>
          <p:cNvCxnSpPr>
            <a:cxnSpLocks/>
          </p:cNvCxnSpPr>
          <p:nvPr/>
        </p:nvCxnSpPr>
        <p:spPr>
          <a:xfrm>
            <a:off x="12975771" y="6099814"/>
            <a:ext cx="0" cy="162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1352B00F-D50F-BE64-FEF2-578EA112AB56}"/>
              </a:ext>
            </a:extLst>
          </p:cNvPr>
          <p:cNvCxnSpPr>
            <a:cxnSpLocks/>
          </p:cNvCxnSpPr>
          <p:nvPr/>
        </p:nvCxnSpPr>
        <p:spPr>
          <a:xfrm>
            <a:off x="13126410" y="4358261"/>
            <a:ext cx="0" cy="2733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文本框 186">
            <a:extLst>
              <a:ext uri="{FF2B5EF4-FFF2-40B4-BE49-F238E27FC236}">
                <a16:creationId xmlns:a16="http://schemas.microsoft.com/office/drawing/2014/main" id="{28291528-6DEC-D894-D40E-1F5D0DD16089}"/>
              </a:ext>
            </a:extLst>
          </p:cNvPr>
          <p:cNvSpPr txBox="1"/>
          <p:nvPr/>
        </p:nvSpPr>
        <p:spPr>
          <a:xfrm>
            <a:off x="13080755" y="4389319"/>
            <a:ext cx="917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Rule Pooling</a:t>
            </a:r>
            <a:endParaRPr kumimoji="1" lang="zh-CN" altLang="en-US" sz="12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cxnSp>
        <p:nvCxnSpPr>
          <p:cNvPr id="188" name="直线箭头连接符 187">
            <a:extLst>
              <a:ext uri="{FF2B5EF4-FFF2-40B4-BE49-F238E27FC236}">
                <a16:creationId xmlns:a16="http://schemas.microsoft.com/office/drawing/2014/main" id="{20747F87-6B20-6A78-9C89-0E5687015858}"/>
              </a:ext>
            </a:extLst>
          </p:cNvPr>
          <p:cNvCxnSpPr>
            <a:cxnSpLocks/>
          </p:cNvCxnSpPr>
          <p:nvPr/>
        </p:nvCxnSpPr>
        <p:spPr>
          <a:xfrm>
            <a:off x="14424982" y="4666318"/>
            <a:ext cx="462195" cy="1093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直线箭头连接符 190">
            <a:extLst>
              <a:ext uri="{FF2B5EF4-FFF2-40B4-BE49-F238E27FC236}">
                <a16:creationId xmlns:a16="http://schemas.microsoft.com/office/drawing/2014/main" id="{32DF12EA-956E-F4F8-B99D-5A0795C59FD2}"/>
              </a:ext>
            </a:extLst>
          </p:cNvPr>
          <p:cNvCxnSpPr>
            <a:cxnSpLocks/>
          </p:cNvCxnSpPr>
          <p:nvPr/>
        </p:nvCxnSpPr>
        <p:spPr>
          <a:xfrm flipV="1">
            <a:off x="14872995" y="4036807"/>
            <a:ext cx="818" cy="626113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直线箭头连接符 257">
            <a:extLst>
              <a:ext uri="{FF2B5EF4-FFF2-40B4-BE49-F238E27FC236}">
                <a16:creationId xmlns:a16="http://schemas.microsoft.com/office/drawing/2014/main" id="{560C65B0-34A0-9561-A0A9-F3231CA012C1}"/>
              </a:ext>
            </a:extLst>
          </p:cNvPr>
          <p:cNvCxnSpPr>
            <a:cxnSpLocks/>
            <a:stCxn id="79" idx="3"/>
          </p:cNvCxnSpPr>
          <p:nvPr/>
        </p:nvCxnSpPr>
        <p:spPr>
          <a:xfrm flipV="1">
            <a:off x="14551928" y="4036127"/>
            <a:ext cx="333329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直线箭头连接符 284">
            <a:extLst>
              <a:ext uri="{FF2B5EF4-FFF2-40B4-BE49-F238E27FC236}">
                <a16:creationId xmlns:a16="http://schemas.microsoft.com/office/drawing/2014/main" id="{C95E5FD4-B248-24AC-49F9-07776CC95E95}"/>
              </a:ext>
            </a:extLst>
          </p:cNvPr>
          <p:cNvCxnSpPr>
            <a:cxnSpLocks/>
          </p:cNvCxnSpPr>
          <p:nvPr/>
        </p:nvCxnSpPr>
        <p:spPr>
          <a:xfrm>
            <a:off x="7093773" y="4672882"/>
            <a:ext cx="462195" cy="1093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直线箭头连接符 285">
            <a:extLst>
              <a:ext uri="{FF2B5EF4-FFF2-40B4-BE49-F238E27FC236}">
                <a16:creationId xmlns:a16="http://schemas.microsoft.com/office/drawing/2014/main" id="{59E01DA9-4DC8-2D4F-616E-86050AF8735D}"/>
              </a:ext>
            </a:extLst>
          </p:cNvPr>
          <p:cNvCxnSpPr>
            <a:cxnSpLocks/>
          </p:cNvCxnSpPr>
          <p:nvPr/>
        </p:nvCxnSpPr>
        <p:spPr>
          <a:xfrm flipV="1">
            <a:off x="7097859" y="4049713"/>
            <a:ext cx="818" cy="626113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直线箭头连接符 288">
            <a:extLst>
              <a:ext uri="{FF2B5EF4-FFF2-40B4-BE49-F238E27FC236}">
                <a16:creationId xmlns:a16="http://schemas.microsoft.com/office/drawing/2014/main" id="{EAB62D9D-4AB3-2C71-A21A-4D2DF7496707}"/>
              </a:ext>
            </a:extLst>
          </p:cNvPr>
          <p:cNvCxnSpPr>
            <a:cxnSpLocks/>
          </p:cNvCxnSpPr>
          <p:nvPr/>
        </p:nvCxnSpPr>
        <p:spPr>
          <a:xfrm flipV="1">
            <a:off x="7086459" y="4049713"/>
            <a:ext cx="251999" cy="0"/>
          </a:xfrm>
          <a:prstGeom prst="straightConnector1">
            <a:avLst/>
          </a:prstGeom>
          <a:ln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0" name="圆角矩形 289">
            <a:extLst>
              <a:ext uri="{FF2B5EF4-FFF2-40B4-BE49-F238E27FC236}">
                <a16:creationId xmlns:a16="http://schemas.microsoft.com/office/drawing/2014/main" id="{BA478F45-565B-5A31-F803-8350A788A2F2}"/>
              </a:ext>
            </a:extLst>
          </p:cNvPr>
          <p:cNvSpPr/>
          <p:nvPr/>
        </p:nvSpPr>
        <p:spPr>
          <a:xfrm>
            <a:off x="7443211" y="3929378"/>
            <a:ext cx="1724787" cy="445647"/>
          </a:xfrm>
          <a:prstGeom prst="roundRect">
            <a:avLst>
              <a:gd name="adj" fmla="val 846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F965AF67-1069-4E97-F189-4FA340F692A7}"/>
              </a:ext>
            </a:extLst>
          </p:cNvPr>
          <p:cNvSpPr txBox="1"/>
          <p:nvPr/>
        </p:nvSpPr>
        <p:spPr>
          <a:xfrm>
            <a:off x="7822675" y="3859784"/>
            <a:ext cx="1343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Reconstruction</a:t>
            </a:r>
            <a:endParaRPr kumimoji="1" lang="zh-CN" altLang="en-US" sz="12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graphicFrame>
        <p:nvGraphicFramePr>
          <p:cNvPr id="78" name="对象 77">
            <a:extLst>
              <a:ext uri="{FF2B5EF4-FFF2-40B4-BE49-F238E27FC236}">
                <a16:creationId xmlns:a16="http://schemas.microsoft.com/office/drawing/2014/main" id="{44C38C6C-A04F-D0F1-7189-7315032190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882361"/>
              </p:ext>
            </p:extLst>
          </p:nvPr>
        </p:nvGraphicFramePr>
        <p:xfrm>
          <a:off x="7691741" y="4029433"/>
          <a:ext cx="1217156" cy="184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1511280" imgH="228600" progId="Equation.DSMT4">
                  <p:embed/>
                </p:oleObj>
              </mc:Choice>
              <mc:Fallback>
                <p:oleObj name="Equation" r:id="rId45" imgW="1511280" imgH="228600" progId="Equation.DSMT4">
                  <p:embed/>
                  <p:pic>
                    <p:nvPicPr>
                      <p:cNvPr id="150" name="对象 149">
                        <a:extLst>
                          <a:ext uri="{FF2B5EF4-FFF2-40B4-BE49-F238E27FC236}">
                            <a16:creationId xmlns:a16="http://schemas.microsoft.com/office/drawing/2014/main" id="{501CF1CB-21F4-2488-537F-B19E64557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7691741" y="4029433"/>
                        <a:ext cx="1217156" cy="1841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0" name="图片 79">
            <a:extLst>
              <a:ext uri="{FF2B5EF4-FFF2-40B4-BE49-F238E27FC236}">
                <a16:creationId xmlns:a16="http://schemas.microsoft.com/office/drawing/2014/main" id="{F8BDF8AD-E54B-4072-A9F8-D0FA7C201E16}"/>
              </a:ext>
            </a:extLst>
          </p:cNvPr>
          <p:cNvPicPr/>
          <p:nvPr/>
        </p:nvPicPr>
        <p:blipFill>
          <a:blip r:embed="rId47"/>
          <a:stretch>
            <a:fillRect/>
          </a:stretch>
        </p:blipFill>
        <p:spPr>
          <a:xfrm>
            <a:off x="7609308" y="4194272"/>
            <a:ext cx="1483858" cy="18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371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76</Words>
  <Application>Microsoft Macintosh PowerPoint</Application>
  <PresentationFormat>自定义</PresentationFormat>
  <Paragraphs>49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Apple Symbols</vt:lpstr>
      <vt:lpstr>Arial</vt:lpstr>
      <vt:lpstr>Cambria Math</vt:lpstr>
      <vt:lpstr>Office 主题​​</vt:lpstr>
      <vt:lpstr>Equation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c57675</dc:creator>
  <cp:lastModifiedBy>8613723210815</cp:lastModifiedBy>
  <cp:revision>83</cp:revision>
  <dcterms:created xsi:type="dcterms:W3CDTF">2025-05-12T08:09:43Z</dcterms:created>
  <dcterms:modified xsi:type="dcterms:W3CDTF">2025-05-14T11:52:11Z</dcterms:modified>
</cp:coreProperties>
</file>