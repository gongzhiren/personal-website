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35999738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B98"/>
    <a:srgbClr val="AEE0BA"/>
    <a:srgbClr val="FBE4D7"/>
    <a:srgbClr val="C6DCF3"/>
    <a:srgbClr val="F6D5F1"/>
    <a:srgbClr val="FFFAEC"/>
    <a:srgbClr val="E97B98"/>
    <a:srgbClr val="FBC0CD"/>
    <a:srgbClr val="F5EAE7"/>
    <a:srgbClr val="D979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2"/>
    <p:restoredTop sz="94677"/>
  </p:normalViewPr>
  <p:slideViewPr>
    <p:cSldViewPr snapToGrid="0" showGuides="1">
      <p:cViewPr>
        <p:scale>
          <a:sx n="59" d="100"/>
          <a:sy n="59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42F4E-26AD-D44A-98F8-F0F4F12B4680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2F605-E162-D340-BD04-9EABAB95C7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314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764688" rtl="0" eaLnBrk="1" latinLnBrk="0" hangingPunct="1">
      <a:defRPr sz="3628" kern="1200">
        <a:solidFill>
          <a:schemeClr val="tx1"/>
        </a:solidFill>
        <a:latin typeface="+mn-lt"/>
        <a:ea typeface="+mn-ea"/>
        <a:cs typeface="+mn-cs"/>
      </a:defRPr>
    </a:lvl1pPr>
    <a:lvl2pPr marL="1382344" algn="l" defTabSz="2764688" rtl="0" eaLnBrk="1" latinLnBrk="0" hangingPunct="1">
      <a:defRPr sz="3628" kern="1200">
        <a:solidFill>
          <a:schemeClr val="tx1"/>
        </a:solidFill>
        <a:latin typeface="+mn-lt"/>
        <a:ea typeface="+mn-ea"/>
        <a:cs typeface="+mn-cs"/>
      </a:defRPr>
    </a:lvl2pPr>
    <a:lvl3pPr marL="2764688" algn="l" defTabSz="2764688" rtl="0" eaLnBrk="1" latinLnBrk="0" hangingPunct="1">
      <a:defRPr sz="3628" kern="1200">
        <a:solidFill>
          <a:schemeClr val="tx1"/>
        </a:solidFill>
        <a:latin typeface="+mn-lt"/>
        <a:ea typeface="+mn-ea"/>
        <a:cs typeface="+mn-cs"/>
      </a:defRPr>
    </a:lvl3pPr>
    <a:lvl4pPr marL="4147033" algn="l" defTabSz="2764688" rtl="0" eaLnBrk="1" latinLnBrk="0" hangingPunct="1">
      <a:defRPr sz="3628" kern="1200">
        <a:solidFill>
          <a:schemeClr val="tx1"/>
        </a:solidFill>
        <a:latin typeface="+mn-lt"/>
        <a:ea typeface="+mn-ea"/>
        <a:cs typeface="+mn-cs"/>
      </a:defRPr>
    </a:lvl4pPr>
    <a:lvl5pPr marL="5529377" algn="l" defTabSz="2764688" rtl="0" eaLnBrk="1" latinLnBrk="0" hangingPunct="1">
      <a:defRPr sz="3628" kern="1200">
        <a:solidFill>
          <a:schemeClr val="tx1"/>
        </a:solidFill>
        <a:latin typeface="+mn-lt"/>
        <a:ea typeface="+mn-ea"/>
        <a:cs typeface="+mn-cs"/>
      </a:defRPr>
    </a:lvl5pPr>
    <a:lvl6pPr marL="6911721" algn="l" defTabSz="2764688" rtl="0" eaLnBrk="1" latinLnBrk="0" hangingPunct="1">
      <a:defRPr sz="3628" kern="1200">
        <a:solidFill>
          <a:schemeClr val="tx1"/>
        </a:solidFill>
        <a:latin typeface="+mn-lt"/>
        <a:ea typeface="+mn-ea"/>
        <a:cs typeface="+mn-cs"/>
      </a:defRPr>
    </a:lvl6pPr>
    <a:lvl7pPr marL="8294065" algn="l" defTabSz="2764688" rtl="0" eaLnBrk="1" latinLnBrk="0" hangingPunct="1">
      <a:defRPr sz="3628" kern="1200">
        <a:solidFill>
          <a:schemeClr val="tx1"/>
        </a:solidFill>
        <a:latin typeface="+mn-lt"/>
        <a:ea typeface="+mn-ea"/>
        <a:cs typeface="+mn-cs"/>
      </a:defRPr>
    </a:lvl7pPr>
    <a:lvl8pPr marL="9676409" algn="l" defTabSz="2764688" rtl="0" eaLnBrk="1" latinLnBrk="0" hangingPunct="1">
      <a:defRPr sz="3628" kern="1200">
        <a:solidFill>
          <a:schemeClr val="tx1"/>
        </a:solidFill>
        <a:latin typeface="+mn-lt"/>
        <a:ea typeface="+mn-ea"/>
        <a:cs typeface="+mn-cs"/>
      </a:defRPr>
    </a:lvl8pPr>
    <a:lvl9pPr marL="11058754" algn="l" defTabSz="2764688" rtl="0" eaLnBrk="1" latinLnBrk="0" hangingPunct="1">
      <a:defRPr sz="36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2F605-E162-D340-BD04-9EABAB95C70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9691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9967" y="3534924"/>
            <a:ext cx="26999804" cy="7519835"/>
          </a:xfrm>
        </p:spPr>
        <p:txBody>
          <a:bodyPr anchor="b"/>
          <a:lstStyle>
            <a:lvl1pPr algn="ctr">
              <a:defRPr sz="177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1344752"/>
            <a:ext cx="26999804" cy="5214884"/>
          </a:xfrm>
        </p:spPr>
        <p:txBody>
          <a:bodyPr/>
          <a:lstStyle>
            <a:lvl1pPr marL="0" indent="0" algn="ctr">
              <a:buNone/>
              <a:defRPr sz="7086"/>
            </a:lvl1pPr>
            <a:lvl2pPr marL="1349974" indent="0" algn="ctr">
              <a:buNone/>
              <a:defRPr sz="5905"/>
            </a:lvl2pPr>
            <a:lvl3pPr marL="2699949" indent="0" algn="ctr">
              <a:buNone/>
              <a:defRPr sz="5315"/>
            </a:lvl3pPr>
            <a:lvl4pPr marL="4049923" indent="0" algn="ctr">
              <a:buNone/>
              <a:defRPr sz="4724"/>
            </a:lvl4pPr>
            <a:lvl5pPr marL="5399898" indent="0" algn="ctr">
              <a:buNone/>
              <a:defRPr sz="4724"/>
            </a:lvl5pPr>
            <a:lvl6pPr marL="6749872" indent="0" algn="ctr">
              <a:buNone/>
              <a:defRPr sz="4724"/>
            </a:lvl6pPr>
            <a:lvl7pPr marL="8099847" indent="0" algn="ctr">
              <a:buNone/>
              <a:defRPr sz="4724"/>
            </a:lvl7pPr>
            <a:lvl8pPr marL="9449821" indent="0" algn="ctr">
              <a:buNone/>
              <a:defRPr sz="4724"/>
            </a:lvl8pPr>
            <a:lvl9pPr marL="10799796" indent="0" algn="ctr">
              <a:buNone/>
              <a:defRPr sz="472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8450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87943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2" y="5384885"/>
            <a:ext cx="31049774" cy="8984801"/>
          </a:xfrm>
        </p:spPr>
        <p:txBody>
          <a:bodyPr anchor="b"/>
          <a:lstStyle>
            <a:lvl1pPr>
              <a:defRPr sz="1771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2" y="14454685"/>
            <a:ext cx="31049774" cy="4724895"/>
          </a:xfrm>
        </p:spPr>
        <p:txBody>
          <a:bodyPr/>
          <a:lstStyle>
            <a:lvl1pPr marL="0" indent="0">
              <a:buNone/>
              <a:defRPr sz="7086">
                <a:solidFill>
                  <a:schemeClr val="tx1">
                    <a:tint val="82000"/>
                  </a:schemeClr>
                </a:solidFill>
              </a:defRPr>
            </a:lvl1pPr>
            <a:lvl2pPr marL="1349974" indent="0">
              <a:buNone/>
              <a:defRPr sz="5905">
                <a:solidFill>
                  <a:schemeClr val="tx1">
                    <a:tint val="82000"/>
                  </a:schemeClr>
                </a:solidFill>
              </a:defRPr>
            </a:lvl2pPr>
            <a:lvl3pPr marL="2699949" indent="0">
              <a:buNone/>
              <a:defRPr sz="5315">
                <a:solidFill>
                  <a:schemeClr val="tx1">
                    <a:tint val="82000"/>
                  </a:schemeClr>
                </a:solidFill>
              </a:defRPr>
            </a:lvl3pPr>
            <a:lvl4pPr marL="4049923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4pPr>
            <a:lvl5pPr marL="53998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5pPr>
            <a:lvl6pPr marL="6749872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6pPr>
            <a:lvl7pPr marL="8099847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7pPr>
            <a:lvl8pPr marL="9449821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8pPr>
            <a:lvl9pPr marL="10799796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5999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5749874"/>
            <a:ext cx="15299889" cy="13704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5749874"/>
            <a:ext cx="15299889" cy="13704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435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149976"/>
            <a:ext cx="31049774" cy="417491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2" y="5294885"/>
            <a:ext cx="15229575" cy="2594941"/>
          </a:xfrm>
        </p:spPr>
        <p:txBody>
          <a:bodyPr anchor="b"/>
          <a:lstStyle>
            <a:lvl1pPr marL="0" indent="0">
              <a:buNone/>
              <a:defRPr sz="7086" b="1"/>
            </a:lvl1pPr>
            <a:lvl2pPr marL="1349974" indent="0">
              <a:buNone/>
              <a:defRPr sz="5905" b="1"/>
            </a:lvl2pPr>
            <a:lvl3pPr marL="2699949" indent="0">
              <a:buNone/>
              <a:defRPr sz="5315" b="1"/>
            </a:lvl3pPr>
            <a:lvl4pPr marL="4049923" indent="0">
              <a:buNone/>
              <a:defRPr sz="4724" b="1"/>
            </a:lvl4pPr>
            <a:lvl5pPr marL="5399898" indent="0">
              <a:buNone/>
              <a:defRPr sz="4724" b="1"/>
            </a:lvl5pPr>
            <a:lvl6pPr marL="6749872" indent="0">
              <a:buNone/>
              <a:defRPr sz="4724" b="1"/>
            </a:lvl6pPr>
            <a:lvl7pPr marL="8099847" indent="0">
              <a:buNone/>
              <a:defRPr sz="4724" b="1"/>
            </a:lvl7pPr>
            <a:lvl8pPr marL="9449821" indent="0">
              <a:buNone/>
              <a:defRPr sz="4724" b="1"/>
            </a:lvl8pPr>
            <a:lvl9pPr marL="10799796" indent="0">
              <a:buNone/>
              <a:defRPr sz="472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2" y="7889827"/>
            <a:ext cx="15229575" cy="116047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7" y="5294885"/>
            <a:ext cx="15304578" cy="2594941"/>
          </a:xfrm>
        </p:spPr>
        <p:txBody>
          <a:bodyPr anchor="b"/>
          <a:lstStyle>
            <a:lvl1pPr marL="0" indent="0">
              <a:buNone/>
              <a:defRPr sz="7086" b="1"/>
            </a:lvl1pPr>
            <a:lvl2pPr marL="1349974" indent="0">
              <a:buNone/>
              <a:defRPr sz="5905" b="1"/>
            </a:lvl2pPr>
            <a:lvl3pPr marL="2699949" indent="0">
              <a:buNone/>
              <a:defRPr sz="5315" b="1"/>
            </a:lvl3pPr>
            <a:lvl4pPr marL="4049923" indent="0">
              <a:buNone/>
              <a:defRPr sz="4724" b="1"/>
            </a:lvl4pPr>
            <a:lvl5pPr marL="5399898" indent="0">
              <a:buNone/>
              <a:defRPr sz="4724" b="1"/>
            </a:lvl5pPr>
            <a:lvl6pPr marL="6749872" indent="0">
              <a:buNone/>
              <a:defRPr sz="4724" b="1"/>
            </a:lvl6pPr>
            <a:lvl7pPr marL="8099847" indent="0">
              <a:buNone/>
              <a:defRPr sz="4724" b="1"/>
            </a:lvl7pPr>
            <a:lvl8pPr marL="9449821" indent="0">
              <a:buNone/>
              <a:defRPr sz="4724" b="1"/>
            </a:lvl8pPr>
            <a:lvl9pPr marL="10799796" indent="0">
              <a:buNone/>
              <a:defRPr sz="472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7" y="7889827"/>
            <a:ext cx="15304578" cy="116047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175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37055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4148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439968"/>
            <a:ext cx="11610852" cy="5039889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3109933"/>
            <a:ext cx="18224867" cy="15349662"/>
          </a:xfrm>
        </p:spPr>
        <p:txBody>
          <a:bodyPr/>
          <a:lstStyle>
            <a:lvl1pPr>
              <a:defRPr sz="9449"/>
            </a:lvl1pPr>
            <a:lvl2pPr>
              <a:defRPr sz="8268"/>
            </a:lvl2pPr>
            <a:lvl3pPr>
              <a:defRPr sz="7086"/>
            </a:lvl3pPr>
            <a:lvl4pPr>
              <a:defRPr sz="5905"/>
            </a:lvl4pPr>
            <a:lvl5pPr>
              <a:defRPr sz="5905"/>
            </a:lvl5pPr>
            <a:lvl6pPr>
              <a:defRPr sz="5905"/>
            </a:lvl6pPr>
            <a:lvl7pPr>
              <a:defRPr sz="5905"/>
            </a:lvl7pPr>
            <a:lvl8pPr>
              <a:defRPr sz="5905"/>
            </a:lvl8pPr>
            <a:lvl9pPr>
              <a:defRPr sz="590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6479857"/>
            <a:ext cx="11610852" cy="12004738"/>
          </a:xfrm>
        </p:spPr>
        <p:txBody>
          <a:bodyPr/>
          <a:lstStyle>
            <a:lvl1pPr marL="0" indent="0">
              <a:buNone/>
              <a:defRPr sz="4724"/>
            </a:lvl1pPr>
            <a:lvl2pPr marL="1349974" indent="0">
              <a:buNone/>
              <a:defRPr sz="4134"/>
            </a:lvl2pPr>
            <a:lvl3pPr marL="2699949" indent="0">
              <a:buNone/>
              <a:defRPr sz="3543"/>
            </a:lvl3pPr>
            <a:lvl4pPr marL="4049923" indent="0">
              <a:buNone/>
              <a:defRPr sz="2953"/>
            </a:lvl4pPr>
            <a:lvl5pPr marL="5399898" indent="0">
              <a:buNone/>
              <a:defRPr sz="2953"/>
            </a:lvl5pPr>
            <a:lvl6pPr marL="6749872" indent="0">
              <a:buNone/>
              <a:defRPr sz="2953"/>
            </a:lvl6pPr>
            <a:lvl7pPr marL="8099847" indent="0">
              <a:buNone/>
              <a:defRPr sz="2953"/>
            </a:lvl7pPr>
            <a:lvl8pPr marL="9449821" indent="0">
              <a:buNone/>
              <a:defRPr sz="2953"/>
            </a:lvl8pPr>
            <a:lvl9pPr marL="10799796" indent="0">
              <a:buNone/>
              <a:defRPr sz="29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2214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2" y="1439968"/>
            <a:ext cx="11610852" cy="5039889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3109933"/>
            <a:ext cx="18224867" cy="15349662"/>
          </a:xfrm>
        </p:spPr>
        <p:txBody>
          <a:bodyPr anchor="t"/>
          <a:lstStyle>
            <a:lvl1pPr marL="0" indent="0">
              <a:buNone/>
              <a:defRPr sz="9449"/>
            </a:lvl1pPr>
            <a:lvl2pPr marL="1349974" indent="0">
              <a:buNone/>
              <a:defRPr sz="8268"/>
            </a:lvl2pPr>
            <a:lvl3pPr marL="2699949" indent="0">
              <a:buNone/>
              <a:defRPr sz="7086"/>
            </a:lvl3pPr>
            <a:lvl4pPr marL="4049923" indent="0">
              <a:buNone/>
              <a:defRPr sz="5905"/>
            </a:lvl4pPr>
            <a:lvl5pPr marL="5399898" indent="0">
              <a:buNone/>
              <a:defRPr sz="5905"/>
            </a:lvl5pPr>
            <a:lvl6pPr marL="6749872" indent="0">
              <a:buNone/>
              <a:defRPr sz="5905"/>
            </a:lvl6pPr>
            <a:lvl7pPr marL="8099847" indent="0">
              <a:buNone/>
              <a:defRPr sz="5905"/>
            </a:lvl7pPr>
            <a:lvl8pPr marL="9449821" indent="0">
              <a:buNone/>
              <a:defRPr sz="5905"/>
            </a:lvl8pPr>
            <a:lvl9pPr marL="10799796" indent="0">
              <a:buNone/>
              <a:defRPr sz="590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2" y="6479857"/>
            <a:ext cx="11610852" cy="12004738"/>
          </a:xfrm>
        </p:spPr>
        <p:txBody>
          <a:bodyPr/>
          <a:lstStyle>
            <a:lvl1pPr marL="0" indent="0">
              <a:buNone/>
              <a:defRPr sz="4724"/>
            </a:lvl1pPr>
            <a:lvl2pPr marL="1349974" indent="0">
              <a:buNone/>
              <a:defRPr sz="4134"/>
            </a:lvl2pPr>
            <a:lvl3pPr marL="2699949" indent="0">
              <a:buNone/>
              <a:defRPr sz="3543"/>
            </a:lvl3pPr>
            <a:lvl4pPr marL="4049923" indent="0">
              <a:buNone/>
              <a:defRPr sz="2953"/>
            </a:lvl4pPr>
            <a:lvl5pPr marL="5399898" indent="0">
              <a:buNone/>
              <a:defRPr sz="2953"/>
            </a:lvl5pPr>
            <a:lvl6pPr marL="6749872" indent="0">
              <a:buNone/>
              <a:defRPr sz="2953"/>
            </a:lvl6pPr>
            <a:lvl7pPr marL="8099847" indent="0">
              <a:buNone/>
              <a:defRPr sz="2953"/>
            </a:lvl7pPr>
            <a:lvl8pPr marL="9449821" indent="0">
              <a:buNone/>
              <a:defRPr sz="2953"/>
            </a:lvl8pPr>
            <a:lvl9pPr marL="10799796" indent="0">
              <a:buNone/>
              <a:defRPr sz="29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08752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02117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2" y="1149975"/>
            <a:ext cx="7762444" cy="183045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2" y="1149975"/>
            <a:ext cx="22837334" cy="183045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712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149976"/>
            <a:ext cx="31049774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5749874"/>
            <a:ext cx="31049774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20019561"/>
            <a:ext cx="809994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C226D-02E6-AA46-AE6F-43940FB87153}" type="datetimeFigureOut">
              <a:rPr kumimoji="1" lang="zh-CN" altLang="en-US" smtClean="0"/>
              <a:t>2025/9/23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20019561"/>
            <a:ext cx="12149912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20019561"/>
            <a:ext cx="8099941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8E5AFC-88F4-094F-9B17-3A2FFFD3736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993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699949" rtl="0" eaLnBrk="1" latinLnBrk="0" hangingPunct="1">
        <a:lnSpc>
          <a:spcPct val="90000"/>
        </a:lnSpc>
        <a:spcBef>
          <a:spcPct val="0"/>
        </a:spcBef>
        <a:buNone/>
        <a:defRPr sz="1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74987" indent="-674987" algn="l" defTabSz="2699949" rtl="0" eaLnBrk="1" latinLnBrk="0" hangingPunct="1">
        <a:lnSpc>
          <a:spcPct val="90000"/>
        </a:lnSpc>
        <a:spcBef>
          <a:spcPts val="2953"/>
        </a:spcBef>
        <a:buFont typeface="Arial" panose="020B0604020202020204" pitchFamily="34" charset="0"/>
        <a:buChar char="•"/>
        <a:defRPr sz="8268" kern="1200">
          <a:solidFill>
            <a:schemeClr val="tx1"/>
          </a:solidFill>
          <a:latin typeface="+mn-lt"/>
          <a:ea typeface="+mn-ea"/>
          <a:cs typeface="+mn-cs"/>
        </a:defRPr>
      </a:lvl1pPr>
      <a:lvl2pPr marL="2024962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2pPr>
      <a:lvl3pPr marL="3374936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905" kern="1200">
          <a:solidFill>
            <a:schemeClr val="tx1"/>
          </a:solidFill>
          <a:latin typeface="+mn-lt"/>
          <a:ea typeface="+mn-ea"/>
          <a:cs typeface="+mn-cs"/>
        </a:defRPr>
      </a:lvl3pPr>
      <a:lvl4pPr marL="4724911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6074885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7424859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774834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10124808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1474783" indent="-674987" algn="l" defTabSz="2699949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1pPr>
      <a:lvl2pPr marL="1349974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2pPr>
      <a:lvl3pPr marL="2699949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3pPr>
      <a:lvl4pPr marL="4049923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4pPr>
      <a:lvl5pPr marL="5399898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5pPr>
      <a:lvl6pPr marL="6749872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6pPr>
      <a:lvl7pPr marL="8099847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7pPr>
      <a:lvl8pPr marL="9449821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8pPr>
      <a:lvl9pPr marL="10799796" algn="l" defTabSz="2699949" rtl="0" eaLnBrk="1" latinLnBrk="0" hangingPunct="1">
        <a:defRPr sz="53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圆角矩形 104">
            <a:extLst>
              <a:ext uri="{FF2B5EF4-FFF2-40B4-BE49-F238E27FC236}">
                <a16:creationId xmlns:a16="http://schemas.microsoft.com/office/drawing/2014/main" id="{3A149F16-E464-B85F-1D93-787BBBEBA931}"/>
              </a:ext>
            </a:extLst>
          </p:cNvPr>
          <p:cNvSpPr/>
          <p:nvPr/>
        </p:nvSpPr>
        <p:spPr>
          <a:xfrm>
            <a:off x="254399" y="2022888"/>
            <a:ext cx="4363764" cy="10087753"/>
          </a:xfrm>
          <a:prstGeom prst="roundRect">
            <a:avLst>
              <a:gd name="adj" fmla="val 4384"/>
            </a:avLst>
          </a:prstGeom>
          <a:solidFill>
            <a:schemeClr val="accent5">
              <a:lumMod val="20000"/>
              <a:lumOff val="8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5" name="图片 4" descr="卡通人物&#10;&#10;AI 生成的内容可能不正确。">
            <a:extLst>
              <a:ext uri="{FF2B5EF4-FFF2-40B4-BE49-F238E27FC236}">
                <a16:creationId xmlns:a16="http://schemas.microsoft.com/office/drawing/2014/main" id="{D8A3342F-50B6-CF70-CCA8-BD551C00C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23362" y="6808228"/>
            <a:ext cx="2775592" cy="2791807"/>
          </a:xfrm>
          <a:prstGeom prst="rect">
            <a:avLst/>
          </a:prstGeom>
        </p:spPr>
      </p:pic>
      <p:pic>
        <p:nvPicPr>
          <p:cNvPr id="7" name="图片 6" descr="形状, 图标, 箭头&#10;&#10;AI 生成的内容可能不正确。">
            <a:extLst>
              <a:ext uri="{FF2B5EF4-FFF2-40B4-BE49-F238E27FC236}">
                <a16:creationId xmlns:a16="http://schemas.microsoft.com/office/drawing/2014/main" id="{5FA0F4F4-FB16-CFDE-5175-A278D911B0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634063" y="9743855"/>
            <a:ext cx="1857662" cy="1847482"/>
          </a:xfrm>
          <a:prstGeom prst="rect">
            <a:avLst/>
          </a:prstGeom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FB2396B7-87D6-09F3-B6C3-F75CAC14363D}"/>
              </a:ext>
            </a:extLst>
          </p:cNvPr>
          <p:cNvSpPr/>
          <p:nvPr/>
        </p:nvSpPr>
        <p:spPr>
          <a:xfrm>
            <a:off x="1183500" y="8362482"/>
            <a:ext cx="762361" cy="64581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7ED2DD4-4FC6-786A-3D77-D9AC7B8DDFF7}"/>
                  </a:ext>
                </a:extLst>
              </p:cNvPr>
              <p:cNvSpPr txBox="1"/>
              <p:nvPr/>
            </p:nvSpPr>
            <p:spPr>
              <a:xfrm>
                <a:off x="1075430" y="8393002"/>
                <a:ext cx="9785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7ED2DD4-4FC6-786A-3D77-D9AC7B8DD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430" y="8393002"/>
                <a:ext cx="978500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圆角矩形 11">
            <a:extLst>
              <a:ext uri="{FF2B5EF4-FFF2-40B4-BE49-F238E27FC236}">
                <a16:creationId xmlns:a16="http://schemas.microsoft.com/office/drawing/2014/main" id="{A4713290-A323-693A-44A5-D8B8C3BCC2FB}"/>
              </a:ext>
            </a:extLst>
          </p:cNvPr>
          <p:cNvSpPr/>
          <p:nvPr/>
        </p:nvSpPr>
        <p:spPr>
          <a:xfrm>
            <a:off x="2014441" y="7693806"/>
            <a:ext cx="762361" cy="64581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4B1B3F2-7DBA-05D2-DCAE-B15DB8571D84}"/>
              </a:ext>
            </a:extLst>
          </p:cNvPr>
          <p:cNvSpPr/>
          <p:nvPr/>
        </p:nvSpPr>
        <p:spPr>
          <a:xfrm>
            <a:off x="2927291" y="7070850"/>
            <a:ext cx="762361" cy="64581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34FEE80-BFC1-F7DB-2BB9-1D3EC22336CF}"/>
                  </a:ext>
                </a:extLst>
              </p:cNvPr>
              <p:cNvSpPr txBox="1"/>
              <p:nvPr/>
            </p:nvSpPr>
            <p:spPr>
              <a:xfrm>
                <a:off x="1906371" y="7693806"/>
                <a:ext cx="9785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34FEE80-BFC1-F7DB-2BB9-1D3EC2233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371" y="7693806"/>
                <a:ext cx="978500" cy="584775"/>
              </a:xfrm>
              <a:prstGeom prst="rect">
                <a:avLst/>
              </a:prstGeom>
              <a:blipFill>
                <a:blip r:embed="rId6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77813F7-0D1C-909C-E1B9-F5AE9BFD5B07}"/>
                  </a:ext>
                </a:extLst>
              </p:cNvPr>
              <p:cNvSpPr txBox="1"/>
              <p:nvPr/>
            </p:nvSpPr>
            <p:spPr>
              <a:xfrm>
                <a:off x="2819221" y="7070850"/>
                <a:ext cx="9785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77813F7-0D1C-909C-E1B9-F5AE9BFD5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221" y="7070850"/>
                <a:ext cx="978500" cy="584775"/>
              </a:xfrm>
              <a:prstGeom prst="rect">
                <a:avLst/>
              </a:prstGeom>
              <a:blipFill>
                <a:blip r:embed="rId7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任意形状 15">
            <a:extLst>
              <a:ext uri="{FF2B5EF4-FFF2-40B4-BE49-F238E27FC236}">
                <a16:creationId xmlns:a16="http://schemas.microsoft.com/office/drawing/2014/main" id="{0A1A4EBE-5A6A-DFC0-C6EB-E6C6C830180C}"/>
              </a:ext>
            </a:extLst>
          </p:cNvPr>
          <p:cNvSpPr/>
          <p:nvPr/>
        </p:nvSpPr>
        <p:spPr>
          <a:xfrm>
            <a:off x="1423215" y="7876180"/>
            <a:ext cx="594360" cy="457200"/>
          </a:xfrm>
          <a:custGeom>
            <a:avLst/>
            <a:gdLst>
              <a:gd name="connsiteX0" fmla="*/ 0 w 594360"/>
              <a:gd name="connsiteY0" fmla="*/ 457200 h 457200"/>
              <a:gd name="connsiteX1" fmla="*/ 160020 w 594360"/>
              <a:gd name="connsiteY1" fmla="*/ 160020 h 457200"/>
              <a:gd name="connsiteX2" fmla="*/ 594360 w 594360"/>
              <a:gd name="connsiteY2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4360" h="457200">
                <a:moveTo>
                  <a:pt x="0" y="457200"/>
                </a:moveTo>
                <a:cubicBezTo>
                  <a:pt x="30480" y="346710"/>
                  <a:pt x="60960" y="236220"/>
                  <a:pt x="160020" y="160020"/>
                </a:cubicBezTo>
                <a:cubicBezTo>
                  <a:pt x="259080" y="83820"/>
                  <a:pt x="426720" y="41910"/>
                  <a:pt x="594360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任意形状 16">
            <a:extLst>
              <a:ext uri="{FF2B5EF4-FFF2-40B4-BE49-F238E27FC236}">
                <a16:creationId xmlns:a16="http://schemas.microsoft.com/office/drawing/2014/main" id="{4EA94E58-0D34-1E57-0A2F-BBF40FC289D6}"/>
              </a:ext>
            </a:extLst>
          </p:cNvPr>
          <p:cNvSpPr/>
          <p:nvPr/>
        </p:nvSpPr>
        <p:spPr>
          <a:xfrm>
            <a:off x="2332931" y="7226216"/>
            <a:ext cx="594360" cy="457200"/>
          </a:xfrm>
          <a:custGeom>
            <a:avLst/>
            <a:gdLst>
              <a:gd name="connsiteX0" fmla="*/ 0 w 594360"/>
              <a:gd name="connsiteY0" fmla="*/ 457200 h 457200"/>
              <a:gd name="connsiteX1" fmla="*/ 160020 w 594360"/>
              <a:gd name="connsiteY1" fmla="*/ 160020 h 457200"/>
              <a:gd name="connsiteX2" fmla="*/ 594360 w 594360"/>
              <a:gd name="connsiteY2" fmla="*/ 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4360" h="457200">
                <a:moveTo>
                  <a:pt x="0" y="457200"/>
                </a:moveTo>
                <a:cubicBezTo>
                  <a:pt x="30480" y="346710"/>
                  <a:pt x="60960" y="236220"/>
                  <a:pt x="160020" y="160020"/>
                </a:cubicBezTo>
                <a:cubicBezTo>
                  <a:pt x="259080" y="83820"/>
                  <a:pt x="426720" y="41910"/>
                  <a:pt x="594360" y="0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任意形状 17">
            <a:extLst>
              <a:ext uri="{FF2B5EF4-FFF2-40B4-BE49-F238E27FC236}">
                <a16:creationId xmlns:a16="http://schemas.microsoft.com/office/drawing/2014/main" id="{E16097FC-1A82-D5C8-2BDF-BB76BF7512F7}"/>
              </a:ext>
            </a:extLst>
          </p:cNvPr>
          <p:cNvSpPr/>
          <p:nvPr/>
        </p:nvSpPr>
        <p:spPr>
          <a:xfrm>
            <a:off x="2645156" y="7810991"/>
            <a:ext cx="665989" cy="1954411"/>
          </a:xfrm>
          <a:custGeom>
            <a:avLst/>
            <a:gdLst>
              <a:gd name="connsiteX0" fmla="*/ 715145 w 848149"/>
              <a:gd name="connsiteY0" fmla="*/ 0 h 2776451"/>
              <a:gd name="connsiteX1" fmla="*/ 251 w 848149"/>
              <a:gd name="connsiteY1" fmla="*/ 1014153 h 2776451"/>
              <a:gd name="connsiteX2" fmla="*/ 632018 w 848149"/>
              <a:gd name="connsiteY2" fmla="*/ 1895302 h 2776451"/>
              <a:gd name="connsiteX3" fmla="*/ 499015 w 848149"/>
              <a:gd name="connsiteY3" fmla="*/ 2261062 h 2776451"/>
              <a:gd name="connsiteX4" fmla="*/ 848149 w 848149"/>
              <a:gd name="connsiteY4" fmla="*/ 2776451 h 2776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8149" h="2776451">
                <a:moveTo>
                  <a:pt x="715145" y="0"/>
                </a:moveTo>
                <a:cubicBezTo>
                  <a:pt x="364625" y="349134"/>
                  <a:pt x="14105" y="698269"/>
                  <a:pt x="251" y="1014153"/>
                </a:cubicBezTo>
                <a:cubicBezTo>
                  <a:pt x="-13603" y="1330037"/>
                  <a:pt x="548891" y="1687484"/>
                  <a:pt x="632018" y="1895302"/>
                </a:cubicBezTo>
                <a:cubicBezTo>
                  <a:pt x="715145" y="2103120"/>
                  <a:pt x="462993" y="2114204"/>
                  <a:pt x="499015" y="2261062"/>
                </a:cubicBezTo>
                <a:cubicBezTo>
                  <a:pt x="535037" y="2407920"/>
                  <a:pt x="691593" y="2592185"/>
                  <a:pt x="848149" y="2776451"/>
                </a:cubicBezTo>
              </a:path>
            </a:pathLst>
          </a:custGeom>
          <a:noFill/>
          <a:ln w="50800">
            <a:solidFill>
              <a:schemeClr val="tx1"/>
            </a:solidFill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1" name="图片 20" descr="屏幕上有字&#10;&#10;AI 生成的内容可能不正确。">
            <a:extLst>
              <a:ext uri="{FF2B5EF4-FFF2-40B4-BE49-F238E27FC236}">
                <a16:creationId xmlns:a16="http://schemas.microsoft.com/office/drawing/2014/main" id="{1A8EA5C8-1E0A-593D-3A0A-9D96B7B679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612" y="4624317"/>
            <a:ext cx="1404000" cy="1621113"/>
          </a:xfrm>
          <a:prstGeom prst="rect">
            <a:avLst/>
          </a:prstGeom>
        </p:spPr>
      </p:pic>
      <p:pic>
        <p:nvPicPr>
          <p:cNvPr id="23" name="图片 22" descr="屏幕上有字&#10;&#10;AI 生成的内容可能不正确。">
            <a:extLst>
              <a:ext uri="{FF2B5EF4-FFF2-40B4-BE49-F238E27FC236}">
                <a16:creationId xmlns:a16="http://schemas.microsoft.com/office/drawing/2014/main" id="{677DC089-0B02-F25D-82F3-8B693F0C00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1718" y="4524194"/>
            <a:ext cx="1404000" cy="1621113"/>
          </a:xfrm>
          <a:prstGeom prst="rect">
            <a:avLst/>
          </a:prstGeom>
        </p:spPr>
      </p:pic>
      <p:pic>
        <p:nvPicPr>
          <p:cNvPr id="25" name="图片 24" descr="屏幕上有字&#10;&#10;AI 生成的内容可能不正确。">
            <a:extLst>
              <a:ext uri="{FF2B5EF4-FFF2-40B4-BE49-F238E27FC236}">
                <a16:creationId xmlns:a16="http://schemas.microsoft.com/office/drawing/2014/main" id="{2CE1FECF-3BA8-5658-1C82-EFA2564F6E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73998" y="4429869"/>
            <a:ext cx="1404000" cy="162111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EC48A3B-2982-18B9-D691-FBC926068318}"/>
                  </a:ext>
                </a:extLst>
              </p:cNvPr>
              <p:cNvSpPr txBox="1"/>
              <p:nvPr/>
            </p:nvSpPr>
            <p:spPr>
              <a:xfrm>
                <a:off x="868039" y="4061519"/>
                <a:ext cx="9785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EC48A3B-2982-18B9-D691-FBC926068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039" y="4061519"/>
                <a:ext cx="978500" cy="584775"/>
              </a:xfrm>
              <a:prstGeom prst="rect">
                <a:avLst/>
              </a:prstGeom>
              <a:blipFill>
                <a:blip r:embed="rId11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1463B58-3242-CD53-AC1A-E1A5FFBDF4D1}"/>
                  </a:ext>
                </a:extLst>
              </p:cNvPr>
              <p:cNvSpPr txBox="1"/>
              <p:nvPr/>
            </p:nvSpPr>
            <p:spPr>
              <a:xfrm>
                <a:off x="1673154" y="3978501"/>
                <a:ext cx="9785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E1463B58-3242-CD53-AC1A-E1A5FFBDF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154" y="3978501"/>
                <a:ext cx="978500" cy="584775"/>
              </a:xfrm>
              <a:prstGeom prst="rect">
                <a:avLst/>
              </a:prstGeom>
              <a:blipFill>
                <a:blip r:embed="rId12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6D0C715-5204-2BA9-F28A-F6062C3F03E9}"/>
                  </a:ext>
                </a:extLst>
              </p:cNvPr>
              <p:cNvSpPr txBox="1"/>
              <p:nvPr/>
            </p:nvSpPr>
            <p:spPr>
              <a:xfrm>
                <a:off x="2969908" y="3898198"/>
                <a:ext cx="9785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kumimoji="1" lang="zh-CN" altLang="en-US" sz="3200" dirty="0"/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76D0C715-5204-2BA9-F28A-F6062C3F0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08" y="3898198"/>
                <a:ext cx="978500" cy="584775"/>
              </a:xfrm>
              <a:prstGeom prst="rect">
                <a:avLst/>
              </a:prstGeom>
              <a:blipFill>
                <a:blip r:embed="rId13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5EE63D9A-9085-00E3-B4EE-BB82E91E9773}"/>
              </a:ext>
            </a:extLst>
          </p:cNvPr>
          <p:cNvSpPr txBox="1"/>
          <p:nvPr/>
        </p:nvSpPr>
        <p:spPr>
          <a:xfrm>
            <a:off x="2478269" y="3813321"/>
            <a:ext cx="978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…</a:t>
            </a:r>
            <a:endParaRPr kumimoji="1" lang="zh-CN" altLang="en-US" sz="32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86EF68F-DFAD-FCF3-49A5-EE6CA3CEA85E}"/>
              </a:ext>
            </a:extLst>
          </p:cNvPr>
          <p:cNvSpPr txBox="1"/>
          <p:nvPr/>
        </p:nvSpPr>
        <p:spPr>
          <a:xfrm>
            <a:off x="1280377" y="11525866"/>
            <a:ext cx="26976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Human Action</a:t>
            </a:r>
            <a:endParaRPr kumimoji="1" lang="zh-CN" altLang="en-US" sz="32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29D14FD-7CA7-2ED8-791E-DEB36B4FE586}"/>
              </a:ext>
            </a:extLst>
          </p:cNvPr>
          <p:cNvSpPr txBox="1"/>
          <p:nvPr/>
        </p:nvSpPr>
        <p:spPr>
          <a:xfrm>
            <a:off x="1758368" y="9180627"/>
            <a:ext cx="15350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Brain</a:t>
            </a:r>
            <a:endParaRPr kumimoji="1" lang="zh-CN" altLang="en-US" sz="32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58723E6-9CB6-86D6-5321-5A03CBECBC5F}"/>
              </a:ext>
            </a:extLst>
          </p:cNvPr>
          <p:cNvSpPr txBox="1"/>
          <p:nvPr/>
        </p:nvSpPr>
        <p:spPr>
          <a:xfrm>
            <a:off x="1135529" y="3499308"/>
            <a:ext cx="2925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Environment</a:t>
            </a:r>
            <a:endParaRPr kumimoji="1" lang="zh-CN" altLang="en-US" sz="3200" dirty="0"/>
          </a:p>
        </p:txBody>
      </p:sp>
      <p:sp>
        <p:nvSpPr>
          <p:cNvPr id="33" name="任意形状 32">
            <a:extLst>
              <a:ext uri="{FF2B5EF4-FFF2-40B4-BE49-F238E27FC236}">
                <a16:creationId xmlns:a16="http://schemas.microsoft.com/office/drawing/2014/main" id="{E7BD4C05-AFBF-4979-DC94-49FEBC9F24E2}"/>
              </a:ext>
            </a:extLst>
          </p:cNvPr>
          <p:cNvSpPr/>
          <p:nvPr/>
        </p:nvSpPr>
        <p:spPr>
          <a:xfrm>
            <a:off x="953965" y="6291961"/>
            <a:ext cx="417746" cy="2070520"/>
          </a:xfrm>
          <a:custGeom>
            <a:avLst/>
            <a:gdLst>
              <a:gd name="connsiteX0" fmla="*/ 418082 w 418082"/>
              <a:gd name="connsiteY0" fmla="*/ 0 h 2847703"/>
              <a:gd name="connsiteX1" fmla="*/ 70 w 418082"/>
              <a:gd name="connsiteY1" fmla="*/ 1254035 h 2847703"/>
              <a:gd name="connsiteX2" fmla="*/ 391956 w 418082"/>
              <a:gd name="connsiteY2" fmla="*/ 2847703 h 2847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8082" h="2847703">
                <a:moveTo>
                  <a:pt x="418082" y="0"/>
                </a:moveTo>
                <a:cubicBezTo>
                  <a:pt x="211253" y="389709"/>
                  <a:pt x="4424" y="779418"/>
                  <a:pt x="70" y="1254035"/>
                </a:cubicBezTo>
                <a:cubicBezTo>
                  <a:pt x="-4284" y="1728652"/>
                  <a:pt x="193836" y="2288177"/>
                  <a:pt x="391956" y="2847703"/>
                </a:cubicBezTo>
              </a:path>
            </a:pathLst>
          </a:custGeom>
          <a:noFill/>
          <a:ln w="50800">
            <a:prstDash val="sysDash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任意形状 36">
            <a:extLst>
              <a:ext uri="{FF2B5EF4-FFF2-40B4-BE49-F238E27FC236}">
                <a16:creationId xmlns:a16="http://schemas.microsoft.com/office/drawing/2014/main" id="{2AA45866-F3B5-03B4-3053-D18D4905FA9B}"/>
              </a:ext>
            </a:extLst>
          </p:cNvPr>
          <p:cNvSpPr/>
          <p:nvPr/>
        </p:nvSpPr>
        <p:spPr>
          <a:xfrm>
            <a:off x="3065547" y="6050982"/>
            <a:ext cx="245598" cy="1034659"/>
          </a:xfrm>
          <a:custGeom>
            <a:avLst/>
            <a:gdLst>
              <a:gd name="connsiteX0" fmla="*/ 418915 w 418915"/>
              <a:gd name="connsiteY0" fmla="*/ 0 h 1676400"/>
              <a:gd name="connsiteX1" fmla="*/ 5257 w 418915"/>
              <a:gd name="connsiteY1" fmla="*/ 1023258 h 1676400"/>
              <a:gd name="connsiteX2" fmla="*/ 222972 w 418915"/>
              <a:gd name="connsiteY2" fmla="*/ 167640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8915" h="1676400">
                <a:moveTo>
                  <a:pt x="418915" y="0"/>
                </a:moveTo>
                <a:cubicBezTo>
                  <a:pt x="228414" y="371929"/>
                  <a:pt x="37914" y="743858"/>
                  <a:pt x="5257" y="1023258"/>
                </a:cubicBezTo>
                <a:cubicBezTo>
                  <a:pt x="-27400" y="1302658"/>
                  <a:pt x="97786" y="1489529"/>
                  <a:pt x="222972" y="1676400"/>
                </a:cubicBezTo>
              </a:path>
            </a:pathLst>
          </a:custGeom>
          <a:noFill/>
          <a:ln w="50800">
            <a:prstDash val="sysDash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任意形状 37">
            <a:extLst>
              <a:ext uri="{FF2B5EF4-FFF2-40B4-BE49-F238E27FC236}">
                <a16:creationId xmlns:a16="http://schemas.microsoft.com/office/drawing/2014/main" id="{A4B796F9-851E-3A00-50C6-C5107B20CBBD}"/>
              </a:ext>
            </a:extLst>
          </p:cNvPr>
          <p:cNvSpPr/>
          <p:nvPr/>
        </p:nvSpPr>
        <p:spPr>
          <a:xfrm>
            <a:off x="1993091" y="6186528"/>
            <a:ext cx="245598" cy="1530138"/>
          </a:xfrm>
          <a:custGeom>
            <a:avLst/>
            <a:gdLst>
              <a:gd name="connsiteX0" fmla="*/ 418082 w 418082"/>
              <a:gd name="connsiteY0" fmla="*/ 0 h 2847703"/>
              <a:gd name="connsiteX1" fmla="*/ 70 w 418082"/>
              <a:gd name="connsiteY1" fmla="*/ 1254035 h 2847703"/>
              <a:gd name="connsiteX2" fmla="*/ 391956 w 418082"/>
              <a:gd name="connsiteY2" fmla="*/ 2847703 h 2847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8082" h="2847703">
                <a:moveTo>
                  <a:pt x="418082" y="0"/>
                </a:moveTo>
                <a:cubicBezTo>
                  <a:pt x="211253" y="389709"/>
                  <a:pt x="4424" y="779418"/>
                  <a:pt x="70" y="1254035"/>
                </a:cubicBezTo>
                <a:cubicBezTo>
                  <a:pt x="-4284" y="1728652"/>
                  <a:pt x="193836" y="2288177"/>
                  <a:pt x="391956" y="2847703"/>
                </a:cubicBezTo>
              </a:path>
            </a:pathLst>
          </a:custGeom>
          <a:noFill/>
          <a:ln w="50800">
            <a:prstDash val="sysDash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15736338-A7B3-85D6-72CE-1599C4D90A18}"/>
              </a:ext>
            </a:extLst>
          </p:cNvPr>
          <p:cNvGrpSpPr/>
          <p:nvPr/>
        </p:nvGrpSpPr>
        <p:grpSpPr>
          <a:xfrm>
            <a:off x="4788318" y="2307515"/>
            <a:ext cx="14094847" cy="2658693"/>
            <a:chOff x="4889760" y="2768451"/>
            <a:chExt cx="14859305" cy="2658693"/>
          </a:xfrm>
        </p:grpSpPr>
        <p:sp>
          <p:nvSpPr>
            <p:cNvPr id="39" name="圆角矩形 38">
              <a:extLst>
                <a:ext uri="{FF2B5EF4-FFF2-40B4-BE49-F238E27FC236}">
                  <a16:creationId xmlns:a16="http://schemas.microsoft.com/office/drawing/2014/main" id="{9986702C-2BF1-8368-EC6E-FA3F34C6111A}"/>
                </a:ext>
              </a:extLst>
            </p:cNvPr>
            <p:cNvSpPr/>
            <p:nvPr/>
          </p:nvSpPr>
          <p:spPr>
            <a:xfrm>
              <a:off x="4889760" y="2768451"/>
              <a:ext cx="14848114" cy="2658693"/>
            </a:xfrm>
            <a:prstGeom prst="roundRect">
              <a:avLst>
                <a:gd name="adj" fmla="val 4384"/>
              </a:avLst>
            </a:prstGeom>
            <a:solidFill>
              <a:schemeClr val="tx2">
                <a:lumMod val="10000"/>
                <a:lumOff val="9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4B1BBD1F-4C1C-7DA8-9818-40CCD90528AC}"/>
                </a:ext>
              </a:extLst>
            </p:cNvPr>
            <p:cNvSpPr/>
            <p:nvPr/>
          </p:nvSpPr>
          <p:spPr>
            <a:xfrm>
              <a:off x="4900951" y="2782210"/>
              <a:ext cx="14848114" cy="571016"/>
            </a:xfrm>
            <a:prstGeom prst="roundRect">
              <a:avLst>
                <a:gd name="adj" fmla="val 4384"/>
              </a:avLst>
            </a:prstGeom>
            <a:solidFill>
              <a:schemeClr val="tx2">
                <a:lumMod val="50000"/>
                <a:lumOff val="5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47" name="文本框 46">
            <a:extLst>
              <a:ext uri="{FF2B5EF4-FFF2-40B4-BE49-F238E27FC236}">
                <a16:creationId xmlns:a16="http://schemas.microsoft.com/office/drawing/2014/main" id="{92A62874-6902-7DDE-30EC-BAF0CB745102}"/>
              </a:ext>
            </a:extLst>
          </p:cNvPr>
          <p:cNvSpPr txBox="1"/>
          <p:nvPr/>
        </p:nvSpPr>
        <p:spPr>
          <a:xfrm>
            <a:off x="10523369" y="2284951"/>
            <a:ext cx="2925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World Model</a:t>
            </a:r>
            <a:endParaRPr kumimoji="1" lang="zh-CN" altLang="en-US" sz="3200" dirty="0"/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63CF5062-94D6-7F75-D53A-9AAF4EB2D5F4}"/>
              </a:ext>
            </a:extLst>
          </p:cNvPr>
          <p:cNvGrpSpPr/>
          <p:nvPr/>
        </p:nvGrpSpPr>
        <p:grpSpPr>
          <a:xfrm>
            <a:off x="9676790" y="3018689"/>
            <a:ext cx="4831654" cy="1760165"/>
            <a:chOff x="5838446" y="3848321"/>
            <a:chExt cx="4831654" cy="1760165"/>
          </a:xfrm>
        </p:grpSpPr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543B8E4E-021F-62D3-5C57-2A89C79D6763}"/>
                </a:ext>
              </a:extLst>
            </p:cNvPr>
            <p:cNvSpPr/>
            <p:nvPr/>
          </p:nvSpPr>
          <p:spPr>
            <a:xfrm>
              <a:off x="5838446" y="3848321"/>
              <a:ext cx="2675515" cy="1760165"/>
            </a:xfrm>
            <a:prstGeom prst="roundRect">
              <a:avLst>
                <a:gd name="adj" fmla="val 835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177DBE30-D5F2-6AA8-1FCB-B7BD08EC1591}"/>
                </a:ext>
              </a:extLst>
            </p:cNvPr>
            <p:cNvSpPr/>
            <p:nvPr/>
          </p:nvSpPr>
          <p:spPr>
            <a:xfrm>
              <a:off x="6150202" y="4477803"/>
              <a:ext cx="3687918" cy="53035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709DB9D9-42F4-F4BC-C32C-6C4ACD37BC03}"/>
                    </a:ext>
                  </a:extLst>
                </p:cNvPr>
                <p:cNvSpPr txBox="1"/>
                <p:nvPr/>
              </p:nvSpPr>
              <p:spPr>
                <a:xfrm>
                  <a:off x="6989258" y="4418343"/>
                  <a:ext cx="3680842" cy="6285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3200" dirty="0"/>
                    <a:t>Attention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kumimoji="1"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</m:oMath>
                  </a14:m>
                  <a:endParaRPr kumimoji="1" lang="zh-CN" altLang="en-US" sz="3200" dirty="0"/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709DB9D9-42F4-F4BC-C32C-6C4ACD37BC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9258" y="4418343"/>
                  <a:ext cx="3680842" cy="628570"/>
                </a:xfrm>
                <a:prstGeom prst="rect">
                  <a:avLst/>
                </a:prstGeom>
                <a:blipFill>
                  <a:blip r:embed="rId14"/>
                  <a:stretch>
                    <a:fillRect l="-4124" t="-11765" b="-235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40241E72-094D-1AA8-FE6D-DCD4AFEFB91D}"/>
                </a:ext>
              </a:extLst>
            </p:cNvPr>
            <p:cNvSpPr/>
            <p:nvPr/>
          </p:nvSpPr>
          <p:spPr>
            <a:xfrm>
              <a:off x="6875464" y="3918571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83C07DDA-6BFD-0101-1BF9-D551DF35E213}"/>
                </a:ext>
              </a:extLst>
            </p:cNvPr>
            <p:cNvSpPr/>
            <p:nvPr/>
          </p:nvSpPr>
          <p:spPr>
            <a:xfrm>
              <a:off x="7420420" y="3918571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51733A18-3F33-2C84-E3B8-3571AD7D7BB9}"/>
                </a:ext>
              </a:extLst>
            </p:cNvPr>
            <p:cNvSpPr/>
            <p:nvPr/>
          </p:nvSpPr>
          <p:spPr>
            <a:xfrm>
              <a:off x="7965376" y="3918571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D4CCB30-8C76-102B-E36B-0904245A203A}"/>
                </a:ext>
              </a:extLst>
            </p:cNvPr>
            <p:cNvSpPr/>
            <p:nvPr/>
          </p:nvSpPr>
          <p:spPr>
            <a:xfrm>
              <a:off x="6875464" y="5185143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96BB9CD8-3C62-A7C1-C75A-4938C2BBF4D6}"/>
                </a:ext>
              </a:extLst>
            </p:cNvPr>
            <p:cNvSpPr/>
            <p:nvPr/>
          </p:nvSpPr>
          <p:spPr>
            <a:xfrm>
              <a:off x="7420420" y="5185143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69614BB1-57FE-C6C2-27DF-9FA52BDCA493}"/>
                </a:ext>
              </a:extLst>
            </p:cNvPr>
            <p:cNvSpPr/>
            <p:nvPr/>
          </p:nvSpPr>
          <p:spPr>
            <a:xfrm>
              <a:off x="7965376" y="5185143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59" name="直线箭头连接符 58">
              <a:extLst>
                <a:ext uri="{FF2B5EF4-FFF2-40B4-BE49-F238E27FC236}">
                  <a16:creationId xmlns:a16="http://schemas.microsoft.com/office/drawing/2014/main" id="{821415F1-05B6-574A-3F6E-953ED5F494E6}"/>
                </a:ext>
              </a:extLst>
            </p:cNvPr>
            <p:cNvCxnSpPr>
              <a:stCxn id="51" idx="2"/>
            </p:cNvCxnSpPr>
            <p:nvPr/>
          </p:nvCxnSpPr>
          <p:spPr>
            <a:xfrm>
              <a:off x="7049612" y="4300813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线箭头连接符 59">
              <a:extLst>
                <a:ext uri="{FF2B5EF4-FFF2-40B4-BE49-F238E27FC236}">
                  <a16:creationId xmlns:a16="http://schemas.microsoft.com/office/drawing/2014/main" id="{6E48014A-8766-D42E-2C68-CAA493D405DB}"/>
                </a:ext>
              </a:extLst>
            </p:cNvPr>
            <p:cNvCxnSpPr/>
            <p:nvPr/>
          </p:nvCxnSpPr>
          <p:spPr>
            <a:xfrm>
              <a:off x="7594568" y="4300813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箭头连接符 60">
              <a:extLst>
                <a:ext uri="{FF2B5EF4-FFF2-40B4-BE49-F238E27FC236}">
                  <a16:creationId xmlns:a16="http://schemas.microsoft.com/office/drawing/2014/main" id="{C6561BA4-E191-7126-4F8B-C10A8FC940D0}"/>
                </a:ext>
              </a:extLst>
            </p:cNvPr>
            <p:cNvCxnSpPr/>
            <p:nvPr/>
          </p:nvCxnSpPr>
          <p:spPr>
            <a:xfrm>
              <a:off x="8133970" y="4300813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线箭头连接符 61">
              <a:extLst>
                <a:ext uri="{FF2B5EF4-FFF2-40B4-BE49-F238E27FC236}">
                  <a16:creationId xmlns:a16="http://schemas.microsoft.com/office/drawing/2014/main" id="{ECCB14C3-C31E-BF6C-B95B-B8D059EBD7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674" y="5008155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线箭头连接符 63">
              <a:extLst>
                <a:ext uri="{FF2B5EF4-FFF2-40B4-BE49-F238E27FC236}">
                  <a16:creationId xmlns:a16="http://schemas.microsoft.com/office/drawing/2014/main" id="{4A17F0C9-D9CE-E242-CC77-879E53F9E4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4568" y="5005143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线箭头连接符 64">
              <a:extLst>
                <a:ext uri="{FF2B5EF4-FFF2-40B4-BE49-F238E27FC236}">
                  <a16:creationId xmlns:a16="http://schemas.microsoft.com/office/drawing/2014/main" id="{8D9BA04E-EB22-A877-88D6-19BD83E5BA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3970" y="5005143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04011F04-D232-EAA1-B731-C52D751A7E71}"/>
                </a:ext>
              </a:extLst>
            </p:cNvPr>
            <p:cNvSpPr txBox="1"/>
            <p:nvPr/>
          </p:nvSpPr>
          <p:spPr>
            <a:xfrm>
              <a:off x="5849637" y="3914100"/>
              <a:ext cx="1188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/>
                <a:t>Values</a:t>
              </a:r>
              <a:endParaRPr kumimoji="1" lang="zh-CN" altLang="en-US" sz="2400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7CF94318-4554-A1FC-9282-9D6416AE758F}"/>
                </a:ext>
              </a:extLst>
            </p:cNvPr>
            <p:cNvSpPr txBox="1"/>
            <p:nvPr/>
          </p:nvSpPr>
          <p:spPr>
            <a:xfrm>
              <a:off x="6025794" y="5110193"/>
              <a:ext cx="1188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/>
                <a:t>Keys</a:t>
              </a:r>
              <a:endParaRPr kumimoji="1" lang="zh-CN" altLang="en-US" sz="2400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FD64DA4B-51FA-DFC4-73BD-AD978FF5B205}"/>
                </a:ext>
              </a:extLst>
            </p:cNvPr>
            <p:cNvSpPr/>
            <p:nvPr/>
          </p:nvSpPr>
          <p:spPr>
            <a:xfrm>
              <a:off x="8547919" y="3914100"/>
              <a:ext cx="348296" cy="38224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96D644AA-075E-FCD3-9A8F-D827C0015519}"/>
                </a:ext>
              </a:extLst>
            </p:cNvPr>
            <p:cNvSpPr/>
            <p:nvPr/>
          </p:nvSpPr>
          <p:spPr>
            <a:xfrm>
              <a:off x="8517697" y="5177667"/>
              <a:ext cx="348296" cy="38224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0" name="直线箭头连接符 69">
              <a:extLst>
                <a:ext uri="{FF2B5EF4-FFF2-40B4-BE49-F238E27FC236}">
                  <a16:creationId xmlns:a16="http://schemas.microsoft.com/office/drawing/2014/main" id="{2B8FBCE8-47B1-7B83-624C-C07C07E975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2067" y="4308446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箭头连接符 70">
              <a:extLst>
                <a:ext uri="{FF2B5EF4-FFF2-40B4-BE49-F238E27FC236}">
                  <a16:creationId xmlns:a16="http://schemas.microsoft.com/office/drawing/2014/main" id="{F35CCD84-67C0-B7EF-68E3-7DFC44557A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6976" y="4997667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F323C0F4-85D0-4D7D-68F1-DD6A603687E4}"/>
                </a:ext>
              </a:extLst>
            </p:cNvPr>
            <p:cNvSpPr txBox="1"/>
            <p:nvPr/>
          </p:nvSpPr>
          <p:spPr>
            <a:xfrm>
              <a:off x="8952449" y="5125426"/>
              <a:ext cx="1188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/>
                <a:t>Query</a:t>
              </a:r>
              <a:endParaRPr kumimoji="1" lang="zh-CN" altLang="en-US" sz="2400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284E3B20-CD3E-66E9-FBEF-ED13B5DEE825}"/>
                </a:ext>
              </a:extLst>
            </p:cNvPr>
            <p:cNvSpPr txBox="1"/>
            <p:nvPr/>
          </p:nvSpPr>
          <p:spPr>
            <a:xfrm>
              <a:off x="8950451" y="3867697"/>
              <a:ext cx="1188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/>
                <a:t>Output</a:t>
              </a:r>
              <a:endParaRPr kumimoji="1" lang="zh-CN" altLang="en-US" sz="2400" dirty="0"/>
            </a:p>
          </p:txBody>
        </p:sp>
      </p:grp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8EB18E62-F0C7-CC39-4F58-B69CA7CFE2D7}"/>
              </a:ext>
            </a:extLst>
          </p:cNvPr>
          <p:cNvSpPr/>
          <p:nvPr/>
        </p:nvSpPr>
        <p:spPr>
          <a:xfrm>
            <a:off x="5019191" y="3009889"/>
            <a:ext cx="4464000" cy="1760165"/>
          </a:xfrm>
          <a:prstGeom prst="roundRect">
            <a:avLst>
              <a:gd name="adj" fmla="val 835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44CF45D1-F5AB-5D94-D61C-ABC95DE8506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8769" y="3394162"/>
            <a:ext cx="734791" cy="734791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29034445-0207-EDCF-EC15-24C5EF52A4C2}"/>
              </a:ext>
            </a:extLst>
          </p:cNvPr>
          <p:cNvSpPr txBox="1"/>
          <p:nvPr/>
        </p:nvSpPr>
        <p:spPr>
          <a:xfrm>
            <a:off x="5725807" y="3083809"/>
            <a:ext cx="4054839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kumimoji="1" lang="en" altLang="zh-CN" sz="2400" dirty="0"/>
              <a:t>Query LLM for Intention States</a:t>
            </a:r>
            <a:r>
              <a:rPr kumimoji="1" lang="en" altLang="zh-CN" sz="2400" dirty="0">
                <a:latin typeface="Grandview Display" panose="020B0502040204020203" pitchFamily="34" charset="0"/>
              </a:rPr>
              <a:t>: Decide how many latent z states should be used.</a:t>
            </a:r>
            <a:r>
              <a:rPr kumimoji="1" lang="zh-CN" altLang="en-US" sz="2400" dirty="0">
                <a:latin typeface="Grandview Display" panose="020B0502040204020203" pitchFamily="34" charset="0"/>
              </a:rPr>
              <a:t> </a:t>
            </a:r>
            <a:r>
              <a:rPr kumimoji="1" lang="en-US" altLang="zh-CN" sz="2400" dirty="0">
                <a:latin typeface="Grandview Display" panose="020B0502040204020203" pitchFamily="34" charset="0"/>
              </a:rPr>
              <a:t>Provide </a:t>
            </a:r>
            <a:r>
              <a:rPr kumimoji="1" lang="en" altLang="zh-CN" sz="2400" dirty="0">
                <a:latin typeface="Grandview Display" panose="020B0502040204020203" pitchFamily="34" charset="0"/>
              </a:rPr>
              <a:t>interpretation</a:t>
            </a:r>
          </a:p>
          <a:p>
            <a:pPr>
              <a:lnSpc>
                <a:spcPts val="2400"/>
              </a:lnSpc>
            </a:pPr>
            <a:r>
              <a:rPr kumimoji="1" lang="en" altLang="zh-CN" sz="2400" dirty="0">
                <a:latin typeface="Grandview Display" panose="020B0502040204020203" pitchFamily="34" charset="0"/>
              </a:rPr>
              <a:t>……</a:t>
            </a:r>
          </a:p>
          <a:p>
            <a:endParaRPr kumimoji="1" lang="zh-CN" altLang="en-US" sz="2400" dirty="0">
              <a:latin typeface="Grandview Display" panose="020B0502040204020203" pitchFamily="34" charset="0"/>
              <a:ea typeface="Yu Gothic" panose="020B0400000000000000" pitchFamily="34" charset="-128"/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5BF8CA11-D6D5-C3F0-D5B9-BEE1A14C14FC}"/>
              </a:ext>
            </a:extLst>
          </p:cNvPr>
          <p:cNvGrpSpPr/>
          <p:nvPr/>
        </p:nvGrpSpPr>
        <p:grpSpPr>
          <a:xfrm>
            <a:off x="14169778" y="2986490"/>
            <a:ext cx="4831654" cy="1760165"/>
            <a:chOff x="5838446" y="3848321"/>
            <a:chExt cx="4831654" cy="1760165"/>
          </a:xfrm>
        </p:grpSpPr>
        <p:sp>
          <p:nvSpPr>
            <p:cNvPr id="82" name="圆角矩形 81">
              <a:extLst>
                <a:ext uri="{FF2B5EF4-FFF2-40B4-BE49-F238E27FC236}">
                  <a16:creationId xmlns:a16="http://schemas.microsoft.com/office/drawing/2014/main" id="{91C6FD30-4CD0-E35E-12F7-E3284DD00D96}"/>
                </a:ext>
              </a:extLst>
            </p:cNvPr>
            <p:cNvSpPr/>
            <p:nvPr/>
          </p:nvSpPr>
          <p:spPr>
            <a:xfrm>
              <a:off x="5838446" y="3848321"/>
              <a:ext cx="2675515" cy="1760165"/>
            </a:xfrm>
            <a:prstGeom prst="roundRect">
              <a:avLst>
                <a:gd name="adj" fmla="val 835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3" name="矩形 82">
              <a:extLst>
                <a:ext uri="{FF2B5EF4-FFF2-40B4-BE49-F238E27FC236}">
                  <a16:creationId xmlns:a16="http://schemas.microsoft.com/office/drawing/2014/main" id="{A88B8300-020A-16D8-44F7-B89B215A17D1}"/>
                </a:ext>
              </a:extLst>
            </p:cNvPr>
            <p:cNvSpPr/>
            <p:nvPr/>
          </p:nvSpPr>
          <p:spPr>
            <a:xfrm>
              <a:off x="6150202" y="4477803"/>
              <a:ext cx="3687918" cy="530352"/>
            </a:xfrm>
            <a:prstGeom prst="rect">
              <a:avLst/>
            </a:prstGeom>
            <a:solidFill>
              <a:schemeClr val="tx2">
                <a:lumMod val="25000"/>
                <a:lumOff val="75000"/>
                <a:alpha val="99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379F80E5-93A8-8BDC-BC05-690AEE5285AE}"/>
                    </a:ext>
                  </a:extLst>
                </p:cNvPr>
                <p:cNvSpPr txBox="1"/>
                <p:nvPr/>
              </p:nvSpPr>
              <p:spPr>
                <a:xfrm>
                  <a:off x="6989258" y="4418343"/>
                  <a:ext cx="368084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3200" dirty="0"/>
                    <a:t>Attention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kumimoji="1" lang="en-US" altLang="zh-CN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sub>
                      </m:sSub>
                    </m:oMath>
                  </a14:m>
                  <a:endParaRPr kumimoji="1" lang="zh-CN" altLang="en-US" sz="3200" dirty="0"/>
                </a:p>
              </p:txBody>
            </p:sp>
          </mc:Choice>
          <mc:Fallback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379F80E5-93A8-8BDC-BC05-690AEE5285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9258" y="4418343"/>
                  <a:ext cx="3680842" cy="584775"/>
                </a:xfrm>
                <a:prstGeom prst="rect">
                  <a:avLst/>
                </a:prstGeom>
                <a:blipFill>
                  <a:blip r:embed="rId16"/>
                  <a:stretch>
                    <a:fillRect l="-4124" t="-10638" b="-340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11DB1043-80B2-5AE2-1044-146597881A28}"/>
                </a:ext>
              </a:extLst>
            </p:cNvPr>
            <p:cNvSpPr/>
            <p:nvPr/>
          </p:nvSpPr>
          <p:spPr>
            <a:xfrm>
              <a:off x="6875464" y="3918571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C4F67AB6-FD53-D1D0-5811-9698F0596F37}"/>
                </a:ext>
              </a:extLst>
            </p:cNvPr>
            <p:cNvSpPr/>
            <p:nvPr/>
          </p:nvSpPr>
          <p:spPr>
            <a:xfrm>
              <a:off x="7420420" y="3918571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A8348FAF-FE35-646B-D20A-F620E6CAE5C0}"/>
                </a:ext>
              </a:extLst>
            </p:cNvPr>
            <p:cNvSpPr/>
            <p:nvPr/>
          </p:nvSpPr>
          <p:spPr>
            <a:xfrm>
              <a:off x="7965376" y="3918571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EA460DCE-2F4C-693C-43DA-7C2CAC47CCB5}"/>
                </a:ext>
              </a:extLst>
            </p:cNvPr>
            <p:cNvSpPr/>
            <p:nvPr/>
          </p:nvSpPr>
          <p:spPr>
            <a:xfrm>
              <a:off x="6875464" y="5185143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0113E3D0-39C8-7A89-6A43-38905729A2AD}"/>
                </a:ext>
              </a:extLst>
            </p:cNvPr>
            <p:cNvSpPr/>
            <p:nvPr/>
          </p:nvSpPr>
          <p:spPr>
            <a:xfrm>
              <a:off x="7420420" y="5185143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04148764-A8BA-F57E-7056-B5B15B08127C}"/>
                </a:ext>
              </a:extLst>
            </p:cNvPr>
            <p:cNvSpPr/>
            <p:nvPr/>
          </p:nvSpPr>
          <p:spPr>
            <a:xfrm>
              <a:off x="7965376" y="5185143"/>
              <a:ext cx="348296" cy="382243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91" name="直线箭头连接符 90">
              <a:extLst>
                <a:ext uri="{FF2B5EF4-FFF2-40B4-BE49-F238E27FC236}">
                  <a16:creationId xmlns:a16="http://schemas.microsoft.com/office/drawing/2014/main" id="{BE6A196B-2129-B743-8A9C-239316F4884C}"/>
                </a:ext>
              </a:extLst>
            </p:cNvPr>
            <p:cNvCxnSpPr>
              <a:stCxn id="85" idx="2"/>
            </p:cNvCxnSpPr>
            <p:nvPr/>
          </p:nvCxnSpPr>
          <p:spPr>
            <a:xfrm>
              <a:off x="7049612" y="4300813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线箭头连接符 91">
              <a:extLst>
                <a:ext uri="{FF2B5EF4-FFF2-40B4-BE49-F238E27FC236}">
                  <a16:creationId xmlns:a16="http://schemas.microsoft.com/office/drawing/2014/main" id="{479B3AFB-33A6-5847-61BD-420530BF33E8}"/>
                </a:ext>
              </a:extLst>
            </p:cNvPr>
            <p:cNvCxnSpPr/>
            <p:nvPr/>
          </p:nvCxnSpPr>
          <p:spPr>
            <a:xfrm>
              <a:off x="7594568" y="4300813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线箭头连接符 92">
              <a:extLst>
                <a:ext uri="{FF2B5EF4-FFF2-40B4-BE49-F238E27FC236}">
                  <a16:creationId xmlns:a16="http://schemas.microsoft.com/office/drawing/2014/main" id="{2DDFEB39-D797-6A69-B1C8-682CEFF70594}"/>
                </a:ext>
              </a:extLst>
            </p:cNvPr>
            <p:cNvCxnSpPr/>
            <p:nvPr/>
          </p:nvCxnSpPr>
          <p:spPr>
            <a:xfrm>
              <a:off x="8133970" y="4300813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线箭头连接符 93">
              <a:extLst>
                <a:ext uri="{FF2B5EF4-FFF2-40B4-BE49-F238E27FC236}">
                  <a16:creationId xmlns:a16="http://schemas.microsoft.com/office/drawing/2014/main" id="{13B4887F-BBF7-97B5-BC25-5D682D9ACC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8674" y="5008155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线箭头连接符 94">
              <a:extLst>
                <a:ext uri="{FF2B5EF4-FFF2-40B4-BE49-F238E27FC236}">
                  <a16:creationId xmlns:a16="http://schemas.microsoft.com/office/drawing/2014/main" id="{99001924-9125-02B9-ED7F-D1ACD393A2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4568" y="5005143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线箭头连接符 95">
              <a:extLst>
                <a:ext uri="{FF2B5EF4-FFF2-40B4-BE49-F238E27FC236}">
                  <a16:creationId xmlns:a16="http://schemas.microsoft.com/office/drawing/2014/main" id="{83526301-C1BA-2941-5BEB-00DFC0B9FB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3970" y="5005143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1F866A4C-5132-BBA0-0FE8-86ED514C9EB1}"/>
                </a:ext>
              </a:extLst>
            </p:cNvPr>
            <p:cNvSpPr txBox="1"/>
            <p:nvPr/>
          </p:nvSpPr>
          <p:spPr>
            <a:xfrm>
              <a:off x="5849637" y="3914100"/>
              <a:ext cx="1188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/>
                <a:t>Values</a:t>
              </a:r>
              <a:endParaRPr kumimoji="1" lang="zh-CN" altLang="en-US" sz="2400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AC68CD7D-7A12-A71D-B0C7-A1B4AA5575ED}"/>
                </a:ext>
              </a:extLst>
            </p:cNvPr>
            <p:cNvSpPr txBox="1"/>
            <p:nvPr/>
          </p:nvSpPr>
          <p:spPr>
            <a:xfrm>
              <a:off x="6025794" y="5110193"/>
              <a:ext cx="1188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/>
                <a:t>Keys</a:t>
              </a:r>
              <a:endParaRPr kumimoji="1" lang="zh-CN" altLang="en-US" sz="2400" dirty="0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DFE4E3E4-4BF6-187F-267C-5BFC97F4A7E4}"/>
                </a:ext>
              </a:extLst>
            </p:cNvPr>
            <p:cNvSpPr/>
            <p:nvPr/>
          </p:nvSpPr>
          <p:spPr>
            <a:xfrm>
              <a:off x="8547919" y="3914100"/>
              <a:ext cx="348296" cy="38224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8F1FF5C5-82DD-FDC4-4C7C-E7A489AE617A}"/>
                </a:ext>
              </a:extLst>
            </p:cNvPr>
            <p:cNvSpPr/>
            <p:nvPr/>
          </p:nvSpPr>
          <p:spPr>
            <a:xfrm>
              <a:off x="8517697" y="5177667"/>
              <a:ext cx="348296" cy="38224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01" name="直线箭头连接符 100">
              <a:extLst>
                <a:ext uri="{FF2B5EF4-FFF2-40B4-BE49-F238E27FC236}">
                  <a16:creationId xmlns:a16="http://schemas.microsoft.com/office/drawing/2014/main" id="{D58D960B-B0ED-09CF-7B3D-0D8638697D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2067" y="4308446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线箭头连接符 101">
              <a:extLst>
                <a:ext uri="{FF2B5EF4-FFF2-40B4-BE49-F238E27FC236}">
                  <a16:creationId xmlns:a16="http://schemas.microsoft.com/office/drawing/2014/main" id="{3DFFD602-E9AB-5DEE-9232-8AF4F87909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6976" y="4997667"/>
              <a:ext cx="0" cy="1800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005EBAF8-E803-26D0-40B5-2EB6A7C1AFF2}"/>
                </a:ext>
              </a:extLst>
            </p:cNvPr>
            <p:cNvSpPr txBox="1"/>
            <p:nvPr/>
          </p:nvSpPr>
          <p:spPr>
            <a:xfrm>
              <a:off x="8952449" y="5125426"/>
              <a:ext cx="1188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/>
                <a:t>Query</a:t>
              </a:r>
              <a:endParaRPr kumimoji="1" lang="zh-CN" altLang="en-US" sz="2400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A52A0C66-8D63-1327-4C1B-42458EA3BBF5}"/>
                </a:ext>
              </a:extLst>
            </p:cNvPr>
            <p:cNvSpPr txBox="1"/>
            <p:nvPr/>
          </p:nvSpPr>
          <p:spPr>
            <a:xfrm>
              <a:off x="8950451" y="3867697"/>
              <a:ext cx="11887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/>
                <a:t>Output</a:t>
              </a:r>
              <a:endParaRPr kumimoji="1" lang="zh-CN" altLang="en-US" sz="2400" dirty="0"/>
            </a:p>
          </p:txBody>
        </p:sp>
      </p:grpSp>
      <p:sp>
        <p:nvSpPr>
          <p:cNvPr id="106" name="圆角矩形 105">
            <a:extLst>
              <a:ext uri="{FF2B5EF4-FFF2-40B4-BE49-F238E27FC236}">
                <a16:creationId xmlns:a16="http://schemas.microsoft.com/office/drawing/2014/main" id="{2D47F132-5436-2C84-C2F6-F2583F7B4D0C}"/>
              </a:ext>
            </a:extLst>
          </p:cNvPr>
          <p:cNvSpPr/>
          <p:nvPr/>
        </p:nvSpPr>
        <p:spPr>
          <a:xfrm>
            <a:off x="253367" y="2307515"/>
            <a:ext cx="4363764" cy="1150572"/>
          </a:xfrm>
          <a:prstGeom prst="roundRect">
            <a:avLst>
              <a:gd name="adj" fmla="val 4384"/>
            </a:avLst>
          </a:prstGeom>
          <a:solidFill>
            <a:schemeClr val="accent5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08C78249-70A6-A508-295B-FE19EE5E0834}"/>
              </a:ext>
            </a:extLst>
          </p:cNvPr>
          <p:cNvSpPr txBox="1"/>
          <p:nvPr/>
        </p:nvSpPr>
        <p:spPr>
          <a:xfrm>
            <a:off x="474093" y="2335944"/>
            <a:ext cx="39089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Biologically </a:t>
            </a:r>
          </a:p>
          <a:p>
            <a:pPr algn="ctr"/>
            <a:r>
              <a:rPr kumimoji="1" lang="en-US" altLang="zh-CN" sz="3200" dirty="0"/>
              <a:t>Human Behavior</a:t>
            </a:r>
            <a:endParaRPr kumimoji="1" lang="zh-CN" altLang="en-US" sz="3200" dirty="0"/>
          </a:p>
        </p:txBody>
      </p: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847AF334-5293-9556-8981-3CA19BDE58DC}"/>
              </a:ext>
            </a:extLst>
          </p:cNvPr>
          <p:cNvGrpSpPr/>
          <p:nvPr/>
        </p:nvGrpSpPr>
        <p:grpSpPr>
          <a:xfrm>
            <a:off x="4875900" y="9375353"/>
            <a:ext cx="14094847" cy="2658693"/>
            <a:chOff x="4889760" y="2768451"/>
            <a:chExt cx="14859305" cy="2658693"/>
          </a:xfrm>
        </p:grpSpPr>
        <p:sp>
          <p:nvSpPr>
            <p:cNvPr id="109" name="圆角矩形 108">
              <a:extLst>
                <a:ext uri="{FF2B5EF4-FFF2-40B4-BE49-F238E27FC236}">
                  <a16:creationId xmlns:a16="http://schemas.microsoft.com/office/drawing/2014/main" id="{28BA2449-EC20-269C-1213-307FE9C3428B}"/>
                </a:ext>
              </a:extLst>
            </p:cNvPr>
            <p:cNvSpPr/>
            <p:nvPr/>
          </p:nvSpPr>
          <p:spPr>
            <a:xfrm>
              <a:off x="4889760" y="2768451"/>
              <a:ext cx="14848114" cy="2658693"/>
            </a:xfrm>
            <a:prstGeom prst="roundRect">
              <a:avLst>
                <a:gd name="adj" fmla="val 4384"/>
              </a:avLst>
            </a:prstGeom>
            <a:solidFill>
              <a:srgbClr val="FBC6D8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10" name="圆角矩形 109">
              <a:extLst>
                <a:ext uri="{FF2B5EF4-FFF2-40B4-BE49-F238E27FC236}">
                  <a16:creationId xmlns:a16="http://schemas.microsoft.com/office/drawing/2014/main" id="{B511121B-2A65-10B5-FF92-B7CF663C9878}"/>
                </a:ext>
              </a:extLst>
            </p:cNvPr>
            <p:cNvSpPr/>
            <p:nvPr/>
          </p:nvSpPr>
          <p:spPr>
            <a:xfrm>
              <a:off x="4900951" y="2782210"/>
              <a:ext cx="14848114" cy="571016"/>
            </a:xfrm>
            <a:prstGeom prst="roundRect">
              <a:avLst>
                <a:gd name="adj" fmla="val 4384"/>
              </a:avLst>
            </a:prstGeom>
            <a:solidFill>
              <a:srgbClr val="E97B9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0774DAB0-C8D4-E948-ECDA-4D7A2C433E77}"/>
              </a:ext>
            </a:extLst>
          </p:cNvPr>
          <p:cNvSpPr txBox="1"/>
          <p:nvPr/>
        </p:nvSpPr>
        <p:spPr>
          <a:xfrm>
            <a:off x="8469436" y="9408387"/>
            <a:ext cx="6840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Habitual Policy and Action Selection</a:t>
            </a:r>
            <a:endParaRPr kumimoji="1" lang="zh-CN" altLang="en-US" sz="3200" dirty="0"/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FFB50153-DD9E-1206-A2F9-89C2DA037DC1}"/>
              </a:ext>
            </a:extLst>
          </p:cNvPr>
          <p:cNvGrpSpPr/>
          <p:nvPr/>
        </p:nvGrpSpPr>
        <p:grpSpPr>
          <a:xfrm>
            <a:off x="4798236" y="5014411"/>
            <a:ext cx="4761059" cy="4202178"/>
            <a:chOff x="4889760" y="2768451"/>
            <a:chExt cx="14859305" cy="2658693"/>
          </a:xfrm>
        </p:grpSpPr>
        <p:sp>
          <p:nvSpPr>
            <p:cNvPr id="114" name="圆角矩形 113">
              <a:extLst>
                <a:ext uri="{FF2B5EF4-FFF2-40B4-BE49-F238E27FC236}">
                  <a16:creationId xmlns:a16="http://schemas.microsoft.com/office/drawing/2014/main" id="{FEAFC8C7-FE83-2A92-F4D3-06D41DBF2CF2}"/>
                </a:ext>
              </a:extLst>
            </p:cNvPr>
            <p:cNvSpPr/>
            <p:nvPr/>
          </p:nvSpPr>
          <p:spPr>
            <a:xfrm>
              <a:off x="4889760" y="2768451"/>
              <a:ext cx="14848114" cy="2658693"/>
            </a:xfrm>
            <a:prstGeom prst="roundRect">
              <a:avLst>
                <a:gd name="adj" fmla="val 4384"/>
              </a:avLst>
            </a:prstGeom>
            <a:solidFill>
              <a:srgbClr val="FFFA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15" name="圆角矩形 114">
              <a:extLst>
                <a:ext uri="{FF2B5EF4-FFF2-40B4-BE49-F238E27FC236}">
                  <a16:creationId xmlns:a16="http://schemas.microsoft.com/office/drawing/2014/main" id="{121508C8-CD67-45FF-8423-3A0B6A9B814F}"/>
                </a:ext>
              </a:extLst>
            </p:cNvPr>
            <p:cNvSpPr/>
            <p:nvPr/>
          </p:nvSpPr>
          <p:spPr>
            <a:xfrm>
              <a:off x="4900952" y="2782210"/>
              <a:ext cx="14848113" cy="351459"/>
            </a:xfrm>
            <a:prstGeom prst="roundRect">
              <a:avLst>
                <a:gd name="adj" fmla="val 4384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116" name="文本框 115">
            <a:extLst>
              <a:ext uri="{FF2B5EF4-FFF2-40B4-BE49-F238E27FC236}">
                <a16:creationId xmlns:a16="http://schemas.microsoft.com/office/drawing/2014/main" id="{7900D6A7-4EEF-72BA-FBEE-FC53F836F651}"/>
              </a:ext>
            </a:extLst>
          </p:cNvPr>
          <p:cNvSpPr txBox="1"/>
          <p:nvPr/>
        </p:nvSpPr>
        <p:spPr>
          <a:xfrm>
            <a:off x="6374061" y="5038392"/>
            <a:ext cx="2867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Wake</a:t>
            </a:r>
            <a:endParaRPr kumimoji="1" lang="zh-CN" altLang="en-US" sz="3200" dirty="0"/>
          </a:p>
        </p:txBody>
      </p:sp>
      <p:grpSp>
        <p:nvGrpSpPr>
          <p:cNvPr id="117" name="组合 116">
            <a:extLst>
              <a:ext uri="{FF2B5EF4-FFF2-40B4-BE49-F238E27FC236}">
                <a16:creationId xmlns:a16="http://schemas.microsoft.com/office/drawing/2014/main" id="{5B99DB04-0907-DE95-81D5-CDD1FCF1E675}"/>
              </a:ext>
            </a:extLst>
          </p:cNvPr>
          <p:cNvGrpSpPr/>
          <p:nvPr/>
        </p:nvGrpSpPr>
        <p:grpSpPr>
          <a:xfrm>
            <a:off x="14237592" y="5136257"/>
            <a:ext cx="4658257" cy="4116801"/>
            <a:chOff x="1123813" y="2767772"/>
            <a:chExt cx="14859304" cy="2659372"/>
          </a:xfrm>
          <a:solidFill>
            <a:schemeClr val="accent6">
              <a:lumMod val="20000"/>
              <a:lumOff val="80000"/>
              <a:alpha val="80000"/>
            </a:schemeClr>
          </a:solidFill>
        </p:grpSpPr>
        <p:sp>
          <p:nvSpPr>
            <p:cNvPr id="118" name="圆角矩形 117">
              <a:extLst>
                <a:ext uri="{FF2B5EF4-FFF2-40B4-BE49-F238E27FC236}">
                  <a16:creationId xmlns:a16="http://schemas.microsoft.com/office/drawing/2014/main" id="{75ED9BE1-F801-C5CE-75B0-2599D1D0F465}"/>
                </a:ext>
              </a:extLst>
            </p:cNvPr>
            <p:cNvSpPr/>
            <p:nvPr/>
          </p:nvSpPr>
          <p:spPr>
            <a:xfrm>
              <a:off x="1123813" y="2768451"/>
              <a:ext cx="14848113" cy="2658693"/>
            </a:xfrm>
            <a:prstGeom prst="roundRect">
              <a:avLst>
                <a:gd name="adj" fmla="val 4384"/>
              </a:avLst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19" name="圆角矩形 118">
              <a:extLst>
                <a:ext uri="{FF2B5EF4-FFF2-40B4-BE49-F238E27FC236}">
                  <a16:creationId xmlns:a16="http://schemas.microsoft.com/office/drawing/2014/main" id="{EB39B10A-C9E5-9928-C388-9C510837F1E0}"/>
                </a:ext>
              </a:extLst>
            </p:cNvPr>
            <p:cNvSpPr/>
            <p:nvPr/>
          </p:nvSpPr>
          <p:spPr>
            <a:xfrm>
              <a:off x="1135005" y="2767772"/>
              <a:ext cx="14848112" cy="351459"/>
            </a:xfrm>
            <a:prstGeom prst="roundRect">
              <a:avLst>
                <a:gd name="adj" fmla="val 4384"/>
              </a:avLst>
            </a:prstGeom>
            <a:solidFill>
              <a:srgbClr val="AEE0B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</p:grpSp>
      <p:sp>
        <p:nvSpPr>
          <p:cNvPr id="120" name="文本框 119">
            <a:extLst>
              <a:ext uri="{FF2B5EF4-FFF2-40B4-BE49-F238E27FC236}">
                <a16:creationId xmlns:a16="http://schemas.microsoft.com/office/drawing/2014/main" id="{A3C4CB50-F2FE-AF23-E281-BBA56C363F82}"/>
              </a:ext>
            </a:extLst>
          </p:cNvPr>
          <p:cNvSpPr txBox="1"/>
          <p:nvPr/>
        </p:nvSpPr>
        <p:spPr>
          <a:xfrm>
            <a:off x="16075801" y="5111755"/>
            <a:ext cx="2867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/>
              <a:t>Sleep</a:t>
            </a:r>
            <a:endParaRPr kumimoji="1" lang="zh-CN" altLang="en-US" sz="3200" dirty="0"/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B73645A9-9554-1C9C-B3B4-19D2914B6206}"/>
              </a:ext>
            </a:extLst>
          </p:cNvPr>
          <p:cNvSpPr txBox="1"/>
          <p:nvPr/>
        </p:nvSpPr>
        <p:spPr>
          <a:xfrm>
            <a:off x="4854409" y="9947489"/>
            <a:ext cx="5135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3200" dirty="0"/>
              <a:t>Habitual Rule Construction</a:t>
            </a:r>
            <a:endParaRPr kumimoji="1"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8D95CD27-90F9-2ADD-B031-B4EE7C5E5685}"/>
                  </a:ext>
                </a:extLst>
              </p:cNvPr>
              <p:cNvSpPr txBox="1"/>
              <p:nvPr/>
            </p:nvSpPr>
            <p:spPr>
              <a:xfrm>
                <a:off x="4942066" y="10377220"/>
                <a:ext cx="513500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" altLang="zh-CN" sz="2400" dirty="0"/>
                  <a:t>Rule-1</a:t>
                </a:r>
                <a:r>
                  <a:rPr kumimoji="1" lang="en" altLang="zh-CN" sz="2400" dirty="0">
                    <a:latin typeface="Grandview Display" panose="020B0502040204020203" pitchFamily="34" charset="0"/>
                  </a:rPr>
                  <a:t>: </a:t>
                </a:r>
                <a:r>
                  <a:rPr kumimoji="1" lang="en" altLang="zh-CN" sz="2400" dirty="0">
                    <a:latin typeface="Grandview Display" panose="020B0502040204020203" pitchFamily="34" charset="0"/>
                    <a:ea typeface="Yu Gothic" panose="020B0400000000000000" pitchFamily="34" charset="-128"/>
                  </a:rPr>
                  <a:t>Intravenous Fluids </a:t>
                </a:r>
                <a14:m>
                  <m:oMath xmlns:m="http://schemas.openxmlformats.org/officeDocument/2006/math">
                    <m:r>
                      <a:rPr kumimoji="1" lang="en" altLang="zh-CN" sz="2400" dirty="0">
                        <a:latin typeface="Cambria Math" panose="02040503050406030204" pitchFamily="18" charset="0"/>
                        <a:ea typeface="Yu Gothic" panose="020B0400000000000000" pitchFamily="34" charset="-128"/>
                      </a:rPr>
                      <m:t>←</m:t>
                    </m:r>
                  </m:oMath>
                </a14:m>
                <a:r>
                  <a:rPr kumimoji="1" lang="en" altLang="zh-CN" sz="2400" dirty="0">
                    <a:latin typeface="Grandview Display" panose="020B0502040204020203" pitchFamily="34" charset="0"/>
                    <a:ea typeface="Yu Gothic" panose="020B0400000000000000" pitchFamily="34" charset="-128"/>
                  </a:rPr>
                  <a:t> Abnormal </a:t>
                </a:r>
                <a:r>
                  <a:rPr kumimoji="1" lang="en" altLang="zh-CN" sz="2400" dirty="0" err="1">
                    <a:latin typeface="Grandview Display" panose="020B0502040204020203" pitchFamily="34" charset="0"/>
                    <a:ea typeface="Yu Gothic" panose="020B0400000000000000" pitchFamily="34" charset="-128"/>
                  </a:rPr>
                  <a:t>SysBP</a:t>
                </a:r>
                <a:endParaRPr kumimoji="1" lang="zh-CN" altLang="en-US" sz="2400" dirty="0">
                  <a:latin typeface="Grandview Display" panose="020B0502040204020203" pitchFamily="34" charset="0"/>
                  <a:ea typeface="Yu Gothic" panose="020B0400000000000000" pitchFamily="34" charset="-128"/>
                </a:endParaRPr>
              </a:p>
            </p:txBody>
          </p:sp>
        </mc:Choice>
        <mc:Fallback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8D95CD27-90F9-2ADD-B031-B4EE7C5E5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066" y="10377220"/>
                <a:ext cx="5135001" cy="830997"/>
              </a:xfrm>
              <a:prstGeom prst="rect">
                <a:avLst/>
              </a:prstGeom>
              <a:blipFill>
                <a:blip r:embed="rId17"/>
                <a:stretch>
                  <a:fillRect l="-1975" t="-5970" b="-164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370AE99C-44B6-0CC2-AC79-987A497BB9EB}"/>
                  </a:ext>
                </a:extLst>
              </p:cNvPr>
              <p:cNvSpPr txBox="1"/>
              <p:nvPr/>
            </p:nvSpPr>
            <p:spPr>
              <a:xfrm>
                <a:off x="4959516" y="11175401"/>
                <a:ext cx="513500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" altLang="zh-CN" sz="2400" dirty="0"/>
                  <a:t>Rule-2</a:t>
                </a:r>
                <a:r>
                  <a:rPr kumimoji="1" lang="en" altLang="zh-CN" sz="2400" dirty="0">
                    <a:latin typeface="Grandview Display" panose="020B0502040204020203" pitchFamily="34" charset="0"/>
                  </a:rPr>
                  <a:t>: </a:t>
                </a:r>
                <a:r>
                  <a:rPr kumimoji="1" lang="en" altLang="zh-CN" sz="2400" dirty="0">
                    <a:latin typeface="Grandview Display" panose="020B0502040204020203" pitchFamily="34" charset="0"/>
                    <a:ea typeface="Yu Gothic" panose="020B0400000000000000" pitchFamily="34" charset="-128"/>
                  </a:rPr>
                  <a:t>Use Drugs</a:t>
                </a:r>
                <a14:m>
                  <m:oMath xmlns:m="http://schemas.openxmlformats.org/officeDocument/2006/math">
                    <m:r>
                      <a:rPr kumimoji="1" lang="en" altLang="zh-CN" sz="2400" dirty="0">
                        <a:latin typeface="Cambria Math" panose="02040503050406030204" pitchFamily="18" charset="0"/>
                        <a:ea typeface="Yu Gothic" panose="020B0400000000000000" pitchFamily="34" charset="-128"/>
                      </a:rPr>
                      <m:t>←</m:t>
                    </m:r>
                  </m:oMath>
                </a14:m>
                <a:r>
                  <a:rPr kumimoji="1" lang="en" altLang="zh-CN" sz="2400" dirty="0">
                    <a:latin typeface="Grandview Display" panose="020B0502040204020203" pitchFamily="34" charset="0"/>
                    <a:ea typeface="Yu Gothic" panose="020B0400000000000000" pitchFamily="34" charset="-128"/>
                  </a:rPr>
                  <a:t> Abnormal Arterial PH</a:t>
                </a:r>
                <a:endParaRPr kumimoji="1" lang="zh-CN" altLang="en-US" sz="2400" dirty="0">
                  <a:latin typeface="Grandview Display" panose="020B0502040204020203" pitchFamily="34" charset="0"/>
                  <a:ea typeface="Yu Gothic" panose="020B0400000000000000" pitchFamily="34" charset="-128"/>
                </a:endParaRPr>
              </a:p>
            </p:txBody>
          </p:sp>
        </mc:Choice>
        <mc:Fallback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370AE99C-44B6-0CC2-AC79-987A497BB9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516" y="11175401"/>
                <a:ext cx="5135001" cy="830997"/>
              </a:xfrm>
              <a:prstGeom prst="rect">
                <a:avLst/>
              </a:prstGeom>
              <a:blipFill>
                <a:blip r:embed="rId18"/>
                <a:stretch>
                  <a:fillRect l="-1728" t="-5970" b="-164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直线连接符 124">
            <a:extLst>
              <a:ext uri="{FF2B5EF4-FFF2-40B4-BE49-F238E27FC236}">
                <a16:creationId xmlns:a16="http://schemas.microsoft.com/office/drawing/2014/main" id="{390ED152-66A1-77CC-040E-6934519C40B0}"/>
              </a:ext>
            </a:extLst>
          </p:cNvPr>
          <p:cNvCxnSpPr/>
          <p:nvPr/>
        </p:nvCxnSpPr>
        <p:spPr>
          <a:xfrm>
            <a:off x="14379867" y="11032226"/>
            <a:ext cx="900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直线连接符 125">
            <a:extLst>
              <a:ext uri="{FF2B5EF4-FFF2-40B4-BE49-F238E27FC236}">
                <a16:creationId xmlns:a16="http://schemas.microsoft.com/office/drawing/2014/main" id="{94ABEE07-041F-D341-8091-71433EA18006}"/>
              </a:ext>
            </a:extLst>
          </p:cNvPr>
          <p:cNvCxnSpPr>
            <a:cxnSpLocks/>
          </p:cNvCxnSpPr>
          <p:nvPr/>
        </p:nvCxnSpPr>
        <p:spPr>
          <a:xfrm flipV="1">
            <a:off x="15270705" y="10359889"/>
            <a:ext cx="0" cy="132195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AA9ED832-CD54-EE81-43C1-1FEBC698BFBE}"/>
              </a:ext>
            </a:extLst>
          </p:cNvPr>
          <p:cNvCxnSpPr/>
          <p:nvPr/>
        </p:nvCxnSpPr>
        <p:spPr>
          <a:xfrm>
            <a:off x="15255465" y="10359889"/>
            <a:ext cx="395537" cy="0"/>
          </a:xfrm>
          <a:prstGeom prst="line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直线连接符 128">
            <a:extLst>
              <a:ext uri="{FF2B5EF4-FFF2-40B4-BE49-F238E27FC236}">
                <a16:creationId xmlns:a16="http://schemas.microsoft.com/office/drawing/2014/main" id="{2903E928-321A-667A-9FFA-53E66F98A993}"/>
              </a:ext>
            </a:extLst>
          </p:cNvPr>
          <p:cNvCxnSpPr/>
          <p:nvPr/>
        </p:nvCxnSpPr>
        <p:spPr>
          <a:xfrm>
            <a:off x="15255464" y="11679888"/>
            <a:ext cx="395537" cy="0"/>
          </a:xfrm>
          <a:prstGeom prst="line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文本框 129">
            <a:extLst>
              <a:ext uri="{FF2B5EF4-FFF2-40B4-BE49-F238E27FC236}">
                <a16:creationId xmlns:a16="http://schemas.microsoft.com/office/drawing/2014/main" id="{0F226049-6B64-72AF-69A4-B6713B4AD07C}"/>
              </a:ext>
            </a:extLst>
          </p:cNvPr>
          <p:cNvSpPr txBox="1"/>
          <p:nvPr/>
        </p:nvSpPr>
        <p:spPr>
          <a:xfrm>
            <a:off x="13857956" y="10532264"/>
            <a:ext cx="19484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3200" dirty="0"/>
              <a:t>Rule</a:t>
            </a:r>
          </a:p>
          <a:p>
            <a:pPr algn="ctr"/>
            <a:r>
              <a:rPr kumimoji="1" lang="en" altLang="zh-CN" sz="3200" dirty="0"/>
              <a:t>Hit?</a:t>
            </a:r>
            <a:endParaRPr kumimoji="1" lang="zh-CN" altLang="en-US" sz="3200" dirty="0"/>
          </a:p>
        </p:txBody>
      </p:sp>
      <p:pic>
        <p:nvPicPr>
          <p:cNvPr id="131" name="图形 130" descr="复选标记 纯色填充">
            <a:extLst>
              <a:ext uri="{FF2B5EF4-FFF2-40B4-BE49-F238E27FC236}">
                <a16:creationId xmlns:a16="http://schemas.microsoft.com/office/drawing/2014/main" id="{68B5034B-5C4C-BB47-15FF-4132ABE62C9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5806402" y="10221653"/>
            <a:ext cx="275233" cy="275233"/>
          </a:xfrm>
          <a:prstGeom prst="rect">
            <a:avLst/>
          </a:prstGeom>
        </p:spPr>
      </p:pic>
      <p:sp>
        <p:nvSpPr>
          <p:cNvPr id="132" name="乘 131">
            <a:extLst>
              <a:ext uri="{FF2B5EF4-FFF2-40B4-BE49-F238E27FC236}">
                <a16:creationId xmlns:a16="http://schemas.microsoft.com/office/drawing/2014/main" id="{AB6FA4F1-05EC-B30D-74ED-CF8D1DD6E167}"/>
              </a:ext>
            </a:extLst>
          </p:cNvPr>
          <p:cNvSpPr/>
          <p:nvPr/>
        </p:nvSpPr>
        <p:spPr>
          <a:xfrm>
            <a:off x="15736267" y="11457044"/>
            <a:ext cx="308283" cy="321749"/>
          </a:xfrm>
          <a:prstGeom prst="mathMultiply">
            <a:avLst>
              <a:gd name="adj1" fmla="val 1144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ABFC98AD-A7BE-F8BA-CFAC-2D92CEF68565}"/>
                  </a:ext>
                </a:extLst>
              </p:cNvPr>
              <p:cNvSpPr txBox="1"/>
              <p:nvPr/>
            </p:nvSpPr>
            <p:spPr>
              <a:xfrm>
                <a:off x="16183558" y="10044765"/>
                <a:ext cx="268661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" altLang="zh-CN" sz="3200" dirty="0"/>
                  <a:t>Rule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1" lang="zh-CN" altLang="en-US" sz="3200" dirty="0"/>
              </a:p>
            </p:txBody>
          </p:sp>
        </mc:Choice>
        <mc:Fallback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ABFC98AD-A7BE-F8BA-CFAC-2D92CEF68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3558" y="10044765"/>
                <a:ext cx="2686615" cy="584775"/>
              </a:xfrm>
              <a:prstGeom prst="rect">
                <a:avLst/>
              </a:prstGeom>
              <a:blipFill>
                <a:blip r:embed="rId21"/>
                <a:stretch>
                  <a:fillRect l="-5634" t="-14894" b="-319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文本框 133">
            <a:extLst>
              <a:ext uri="{FF2B5EF4-FFF2-40B4-BE49-F238E27FC236}">
                <a16:creationId xmlns:a16="http://schemas.microsoft.com/office/drawing/2014/main" id="{D5B27CF4-AFD0-343B-36B5-47F180B8129A}"/>
              </a:ext>
            </a:extLst>
          </p:cNvPr>
          <p:cNvSpPr txBox="1"/>
          <p:nvPr/>
        </p:nvSpPr>
        <p:spPr>
          <a:xfrm>
            <a:off x="16002652" y="10868615"/>
            <a:ext cx="28675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3200" dirty="0"/>
              <a:t>EFE Planning</a:t>
            </a:r>
          </a:p>
          <a:p>
            <a:pPr algn="ctr"/>
            <a:r>
              <a:rPr kumimoji="1" lang="en" altLang="zh-CN" sz="3200" dirty="0"/>
              <a:t> (Beam Search)</a:t>
            </a:r>
            <a:endParaRPr kumimoji="1" lang="zh-CN" altLang="en-US" sz="3200" dirty="0"/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E2EFC90D-A356-A7F1-2174-5AA2FBEEB77A}"/>
              </a:ext>
            </a:extLst>
          </p:cNvPr>
          <p:cNvSpPr txBox="1"/>
          <p:nvPr/>
        </p:nvSpPr>
        <p:spPr>
          <a:xfrm>
            <a:off x="10033833" y="9940198"/>
            <a:ext cx="5135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3200" dirty="0"/>
              <a:t>Rule Matching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Engine</a:t>
            </a:r>
            <a:endParaRPr kumimoji="1" lang="zh-CN" altLang="en-US" sz="3200" dirty="0"/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B76CE24-481E-E5B3-7DDC-9A997782DA46}"/>
              </a:ext>
            </a:extLst>
          </p:cNvPr>
          <p:cNvSpPr txBox="1"/>
          <p:nvPr/>
        </p:nvSpPr>
        <p:spPr>
          <a:xfrm>
            <a:off x="10151435" y="10415621"/>
            <a:ext cx="51350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sz="2400" dirty="0"/>
              <a:t>Rule-r</a:t>
            </a:r>
            <a:r>
              <a:rPr kumimoji="1" lang="en" altLang="zh-CN" sz="2400" dirty="0">
                <a:latin typeface="Grandview Display" panose="020B0502040204020203" pitchFamily="34" charset="0"/>
              </a:rPr>
              <a:t> is active at time t </a:t>
            </a:r>
            <a:r>
              <a:rPr kumimoji="1" lang="en" altLang="zh-CN" sz="2400" dirty="0" err="1">
                <a:latin typeface="Grandview Display" panose="020B0502040204020203" pitchFamily="34" charset="0"/>
              </a:rPr>
              <a:t>iff</a:t>
            </a:r>
            <a:endParaRPr kumimoji="1" lang="zh-CN" altLang="en-US" sz="2400" dirty="0">
              <a:latin typeface="Grandview Display" panose="020B0502040204020203" pitchFamily="34" charset="0"/>
              <a:ea typeface="Yu Gothic" panose="020B0400000000000000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134FC3A9-61C0-0B7C-6C94-5840B8090828}"/>
                  </a:ext>
                </a:extLst>
              </p:cNvPr>
              <p:cNvSpPr txBox="1"/>
              <p:nvPr/>
            </p:nvSpPr>
            <p:spPr>
              <a:xfrm>
                <a:off x="10049050" y="10834342"/>
                <a:ext cx="3680842" cy="466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𝑀𝐴𝑃</m:t>
                          </m:r>
                        </m:sup>
                      </m:sSubSup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134FC3A9-61C0-0B7C-6C94-5840B8090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9050" y="10834342"/>
                <a:ext cx="3680842" cy="466153"/>
              </a:xfrm>
              <a:prstGeom prst="rect">
                <a:avLst/>
              </a:prstGeom>
              <a:blipFill>
                <a:blip r:embed="rId22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4769BB56-22A3-A69A-6AA1-367560F5DE8F}"/>
                  </a:ext>
                </a:extLst>
              </p:cNvPr>
              <p:cNvSpPr txBox="1"/>
              <p:nvPr/>
            </p:nvSpPr>
            <p:spPr>
              <a:xfrm>
                <a:off x="10692741" y="11420370"/>
                <a:ext cx="3680842" cy="4661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𝜅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𝑀𝐴𝑃</m:t>
                        </m:r>
                      </m:sup>
                    </m:sSubSup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kumimoji="1"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4769BB56-22A3-A69A-6AA1-367560F5D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2741" y="11420370"/>
                <a:ext cx="3680842" cy="466153"/>
              </a:xfrm>
              <a:prstGeom prst="rect">
                <a:avLst/>
              </a:prstGeom>
              <a:blipFill>
                <a:blip r:embed="rId2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9" name="椭圆 138">
            <a:extLst>
              <a:ext uri="{FF2B5EF4-FFF2-40B4-BE49-F238E27FC236}">
                <a16:creationId xmlns:a16="http://schemas.microsoft.com/office/drawing/2014/main" id="{AF011327-9666-88FA-254C-0B78FF6A1AD6}"/>
              </a:ext>
            </a:extLst>
          </p:cNvPr>
          <p:cNvSpPr/>
          <p:nvPr/>
        </p:nvSpPr>
        <p:spPr>
          <a:xfrm>
            <a:off x="10066119" y="5248656"/>
            <a:ext cx="3600000" cy="3600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弧 141">
            <a:extLst>
              <a:ext uri="{FF2B5EF4-FFF2-40B4-BE49-F238E27FC236}">
                <a16:creationId xmlns:a16="http://schemas.microsoft.com/office/drawing/2014/main" id="{772C8AE4-906F-EBAD-8FF1-C12DB659BFAF}"/>
              </a:ext>
            </a:extLst>
          </p:cNvPr>
          <p:cNvSpPr/>
          <p:nvPr/>
        </p:nvSpPr>
        <p:spPr>
          <a:xfrm rot="18890583">
            <a:off x="9797800" y="5631025"/>
            <a:ext cx="1390063" cy="698352"/>
          </a:xfrm>
          <a:prstGeom prst="arc">
            <a:avLst>
              <a:gd name="adj1" fmla="val 12862186"/>
              <a:gd name="adj2" fmla="val 20427512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3" name="弧 142">
            <a:extLst>
              <a:ext uri="{FF2B5EF4-FFF2-40B4-BE49-F238E27FC236}">
                <a16:creationId xmlns:a16="http://schemas.microsoft.com/office/drawing/2014/main" id="{F8548E13-1943-6D1A-949A-3FFC9F4BD491}"/>
              </a:ext>
            </a:extLst>
          </p:cNvPr>
          <p:cNvSpPr/>
          <p:nvPr/>
        </p:nvSpPr>
        <p:spPr>
          <a:xfrm rot="2869886">
            <a:off x="12416744" y="5574073"/>
            <a:ext cx="1390063" cy="812258"/>
          </a:xfrm>
          <a:prstGeom prst="arc">
            <a:avLst>
              <a:gd name="adj1" fmla="val 12862186"/>
              <a:gd name="adj2" fmla="val 20427512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4" name="弧 143">
            <a:extLst>
              <a:ext uri="{FF2B5EF4-FFF2-40B4-BE49-F238E27FC236}">
                <a16:creationId xmlns:a16="http://schemas.microsoft.com/office/drawing/2014/main" id="{39D3727C-C642-5E00-6CCD-09802785AB76}"/>
              </a:ext>
            </a:extLst>
          </p:cNvPr>
          <p:cNvSpPr/>
          <p:nvPr/>
        </p:nvSpPr>
        <p:spPr>
          <a:xfrm rot="7662162">
            <a:off x="12420432" y="7890462"/>
            <a:ext cx="1390063" cy="698352"/>
          </a:xfrm>
          <a:prstGeom prst="arc">
            <a:avLst>
              <a:gd name="adj1" fmla="val 12862186"/>
              <a:gd name="adj2" fmla="val 20427512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5" name="弧 144">
            <a:extLst>
              <a:ext uri="{FF2B5EF4-FFF2-40B4-BE49-F238E27FC236}">
                <a16:creationId xmlns:a16="http://schemas.microsoft.com/office/drawing/2014/main" id="{FC867F7A-6814-AF96-9719-B2C14E45F5FF}"/>
              </a:ext>
            </a:extLst>
          </p:cNvPr>
          <p:cNvSpPr/>
          <p:nvPr/>
        </p:nvSpPr>
        <p:spPr>
          <a:xfrm rot="13335896">
            <a:off x="9807202" y="7815996"/>
            <a:ext cx="1390063" cy="698352"/>
          </a:xfrm>
          <a:prstGeom prst="arc">
            <a:avLst>
              <a:gd name="adj1" fmla="val 12862186"/>
              <a:gd name="adj2" fmla="val 20427512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6" name="弧 145">
            <a:extLst>
              <a:ext uri="{FF2B5EF4-FFF2-40B4-BE49-F238E27FC236}">
                <a16:creationId xmlns:a16="http://schemas.microsoft.com/office/drawing/2014/main" id="{F88ECDBA-9B47-B319-A609-198A8BEDC38C}"/>
              </a:ext>
            </a:extLst>
          </p:cNvPr>
          <p:cNvSpPr/>
          <p:nvPr/>
        </p:nvSpPr>
        <p:spPr>
          <a:xfrm rot="10800000">
            <a:off x="11174610" y="8379432"/>
            <a:ext cx="1390063" cy="698352"/>
          </a:xfrm>
          <a:prstGeom prst="arc">
            <a:avLst>
              <a:gd name="adj1" fmla="val 12862186"/>
              <a:gd name="adj2" fmla="val 20427512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弧 146">
            <a:extLst>
              <a:ext uri="{FF2B5EF4-FFF2-40B4-BE49-F238E27FC236}">
                <a16:creationId xmlns:a16="http://schemas.microsoft.com/office/drawing/2014/main" id="{A12B0FD0-1BF1-F496-68FF-DF30EEBBB7B0}"/>
              </a:ext>
            </a:extLst>
          </p:cNvPr>
          <p:cNvSpPr/>
          <p:nvPr/>
        </p:nvSpPr>
        <p:spPr>
          <a:xfrm>
            <a:off x="11230526" y="5066741"/>
            <a:ext cx="1390063" cy="698352"/>
          </a:xfrm>
          <a:prstGeom prst="arc">
            <a:avLst>
              <a:gd name="adj1" fmla="val 12862186"/>
              <a:gd name="adj2" fmla="val 20427512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53868F2B-1D0F-8F13-4D52-49667A3D3FBB}"/>
              </a:ext>
            </a:extLst>
          </p:cNvPr>
          <p:cNvSpPr txBox="1"/>
          <p:nvPr/>
        </p:nvSpPr>
        <p:spPr>
          <a:xfrm>
            <a:off x="10279652" y="5927310"/>
            <a:ext cx="31566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Goal: Minimize Free Energy</a:t>
            </a:r>
            <a:endParaRPr kumimoji="1"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8D21700C-5967-8D61-2961-6EF18FA44269}"/>
                  </a:ext>
                </a:extLst>
              </p:cNvPr>
              <p:cNvSpPr txBox="1"/>
              <p:nvPr/>
            </p:nvSpPr>
            <p:spPr>
              <a:xfrm>
                <a:off x="10198529" y="7142735"/>
                <a:ext cx="368084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𝑉𝐹𝐸</m:t>
                        </m:r>
                      </m:e>
                      <m:sub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kumimoji="1"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𝐹𝐸</m:t>
                        </m:r>
                      </m:e>
                      <m:sub>
                        <m:r>
                          <a:rPr kumimoji="1"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1" lang="en-US" altLang="zh-CN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kumimoji="1"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kumimoji="1"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kumimoji="1" lang="en-US" altLang="zh-CN" sz="24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kumimoji="1"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8D21700C-5967-8D61-2961-6EF18FA44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8529" y="7142735"/>
                <a:ext cx="3680842" cy="830997"/>
              </a:xfrm>
              <a:prstGeom prst="rect">
                <a:avLst/>
              </a:prstGeom>
              <a:blipFill>
                <a:blip r:embed="rId24"/>
                <a:stretch>
                  <a:fillRect l="-345" b="-90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1" name="弧 150">
            <a:extLst>
              <a:ext uri="{FF2B5EF4-FFF2-40B4-BE49-F238E27FC236}">
                <a16:creationId xmlns:a16="http://schemas.microsoft.com/office/drawing/2014/main" id="{6D4BD0E3-1D41-7C2A-ACF2-6A6ACCAED7E2}"/>
              </a:ext>
            </a:extLst>
          </p:cNvPr>
          <p:cNvSpPr/>
          <p:nvPr/>
        </p:nvSpPr>
        <p:spPr>
          <a:xfrm rot="16200000">
            <a:off x="9401059" y="6746601"/>
            <a:ext cx="1390063" cy="698352"/>
          </a:xfrm>
          <a:prstGeom prst="arc">
            <a:avLst>
              <a:gd name="adj1" fmla="val 12862186"/>
              <a:gd name="adj2" fmla="val 20427512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2" name="弧 151">
            <a:extLst>
              <a:ext uri="{FF2B5EF4-FFF2-40B4-BE49-F238E27FC236}">
                <a16:creationId xmlns:a16="http://schemas.microsoft.com/office/drawing/2014/main" id="{436EC8F8-F312-4D07-37B7-B1CD214D007F}"/>
              </a:ext>
            </a:extLst>
          </p:cNvPr>
          <p:cNvSpPr/>
          <p:nvPr/>
        </p:nvSpPr>
        <p:spPr>
          <a:xfrm rot="5665856">
            <a:off x="12856172" y="6809621"/>
            <a:ext cx="1390063" cy="698352"/>
          </a:xfrm>
          <a:prstGeom prst="arc">
            <a:avLst>
              <a:gd name="adj1" fmla="val 12862186"/>
              <a:gd name="adj2" fmla="val 20427512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A4BDC893-17C0-3FEE-1B4D-BD65C42378B2}"/>
                  </a:ext>
                </a:extLst>
              </p:cNvPr>
              <p:cNvSpPr txBox="1"/>
              <p:nvPr/>
            </p:nvSpPr>
            <p:spPr>
              <a:xfrm>
                <a:off x="5441554" y="6115656"/>
                <a:ext cx="31566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3200" dirty="0"/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kumimoji="1"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kumimoji="1" lang="zh-CN" altLang="en-US" sz="3200" dirty="0"/>
              </a:p>
            </p:txBody>
          </p:sp>
        </mc:Choice>
        <mc:Fallback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A4BDC893-17C0-3FEE-1B4D-BD65C4237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554" y="6115656"/>
                <a:ext cx="3156636" cy="584775"/>
              </a:xfrm>
              <a:prstGeom prst="rect">
                <a:avLst/>
              </a:prstGeom>
              <a:blipFill>
                <a:blip r:embed="rId25"/>
                <a:stretch>
                  <a:fillRect t="-12766" b="-34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文本框 153">
            <a:extLst>
              <a:ext uri="{FF2B5EF4-FFF2-40B4-BE49-F238E27FC236}">
                <a16:creationId xmlns:a16="http://schemas.microsoft.com/office/drawing/2014/main" id="{2894F4E0-CBC0-7FDC-5577-96995402D4D0}"/>
              </a:ext>
            </a:extLst>
          </p:cNvPr>
          <p:cNvSpPr txBox="1"/>
          <p:nvPr/>
        </p:nvSpPr>
        <p:spPr>
          <a:xfrm>
            <a:off x="5465872" y="7004386"/>
            <a:ext cx="3156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Harvest Rules</a:t>
            </a:r>
            <a:endParaRPr kumimoji="1" lang="zh-CN" altLang="en-US" sz="3200" dirty="0"/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CDE8B38D-A783-7F05-8FB2-B7A1D21A744F}"/>
              </a:ext>
            </a:extLst>
          </p:cNvPr>
          <p:cNvSpPr txBox="1"/>
          <p:nvPr/>
        </p:nvSpPr>
        <p:spPr>
          <a:xfrm>
            <a:off x="5465872" y="7961427"/>
            <a:ext cx="3156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Min. VFE</a:t>
            </a:r>
            <a:endParaRPr kumimoji="1"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D90BDDD6-6FD9-6FA1-CFAF-95E3A3B0E7FE}"/>
                  </a:ext>
                </a:extLst>
              </p:cNvPr>
              <p:cNvSpPr txBox="1"/>
              <p:nvPr/>
            </p:nvSpPr>
            <p:spPr>
              <a:xfrm>
                <a:off x="15105061" y="5967422"/>
                <a:ext cx="3156636" cy="628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3200" dirty="0"/>
                  <a:t>Optimize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endParaRPr kumimoji="1" lang="zh-CN" altLang="en-US" sz="3200" dirty="0"/>
              </a:p>
            </p:txBody>
          </p:sp>
        </mc:Choice>
        <mc:Fallback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D90BDDD6-6FD9-6FA1-CFAF-95E3A3B0E7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5061" y="5967422"/>
                <a:ext cx="3156636" cy="628634"/>
              </a:xfrm>
              <a:prstGeom prst="rect">
                <a:avLst/>
              </a:prstGeom>
              <a:blipFill>
                <a:blip r:embed="rId26"/>
                <a:stretch>
                  <a:fillRect t="-11765" b="-2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文本框 156">
            <a:extLst>
              <a:ext uri="{FF2B5EF4-FFF2-40B4-BE49-F238E27FC236}">
                <a16:creationId xmlns:a16="http://schemas.microsoft.com/office/drawing/2014/main" id="{1C6B79E6-7374-F694-8FE9-574C7EB3EA06}"/>
              </a:ext>
            </a:extLst>
          </p:cNvPr>
          <p:cNvSpPr txBox="1"/>
          <p:nvPr/>
        </p:nvSpPr>
        <p:spPr>
          <a:xfrm>
            <a:off x="15152816" y="6750042"/>
            <a:ext cx="3156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Refine Rules</a:t>
            </a:r>
            <a:endParaRPr kumimoji="1" lang="zh-CN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FA6EC64-2CC6-26E1-DAA0-47BCDBE2EF66}"/>
                  </a:ext>
                </a:extLst>
              </p:cNvPr>
              <p:cNvSpPr txBox="1"/>
              <p:nvPr/>
            </p:nvSpPr>
            <p:spPr>
              <a:xfrm>
                <a:off x="15152816" y="7488803"/>
                <a:ext cx="315663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3200" dirty="0"/>
                  <a:t>Min. Total </a:t>
                </a:r>
                <a14:m>
                  <m:oMath xmlns:m="http://schemas.openxmlformats.org/officeDocument/2006/math">
                    <m:r>
                      <a:rPr kumimoji="1" lang="en-US" altLang="zh-CN" sz="3200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kumimoji="1" lang="en-US" altLang="zh-CN" sz="3200" dirty="0"/>
                  <a:t> </a:t>
                </a:r>
                <a:endParaRPr kumimoji="1" lang="zh-CN" altLang="en-US" sz="3200" dirty="0"/>
              </a:p>
            </p:txBody>
          </p:sp>
        </mc:Choice>
        <mc:Fallback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2FA6EC64-2CC6-26E1-DAA0-47BCDBE2E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2816" y="7488803"/>
                <a:ext cx="3156636" cy="584775"/>
              </a:xfrm>
              <a:prstGeom prst="rect">
                <a:avLst/>
              </a:prstGeom>
              <a:blipFill>
                <a:blip r:embed="rId27"/>
                <a:stretch>
                  <a:fillRect t="-12766" b="-34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文本框 158">
            <a:extLst>
              <a:ext uri="{FF2B5EF4-FFF2-40B4-BE49-F238E27FC236}">
                <a16:creationId xmlns:a16="http://schemas.microsoft.com/office/drawing/2014/main" id="{E1F0632F-ABDD-C409-1ADA-56DACB26E3F1}"/>
              </a:ext>
            </a:extLst>
          </p:cNvPr>
          <p:cNvSpPr txBox="1"/>
          <p:nvPr/>
        </p:nvSpPr>
        <p:spPr>
          <a:xfrm>
            <a:off x="15191691" y="8140720"/>
            <a:ext cx="31566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/>
              <a:t>Prune Low-Conf</a:t>
            </a:r>
            <a:endParaRPr kumimoji="1" lang="zh-CN" altLang="en-US" sz="3200" dirty="0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38098AC3-930F-216F-7FA7-993DC3BC50E7}"/>
              </a:ext>
            </a:extLst>
          </p:cNvPr>
          <p:cNvSpPr/>
          <p:nvPr/>
        </p:nvSpPr>
        <p:spPr>
          <a:xfrm>
            <a:off x="19648168" y="3787379"/>
            <a:ext cx="360000" cy="360000"/>
          </a:xfrm>
          <a:prstGeom prst="rect">
            <a:avLst/>
          </a:prstGeom>
          <a:solidFill>
            <a:srgbClr val="F6D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AA97A4E7-AE08-6033-9084-A03C2716580F}"/>
              </a:ext>
            </a:extLst>
          </p:cNvPr>
          <p:cNvSpPr/>
          <p:nvPr/>
        </p:nvSpPr>
        <p:spPr>
          <a:xfrm>
            <a:off x="19648168" y="4563276"/>
            <a:ext cx="360000" cy="360000"/>
          </a:xfrm>
          <a:prstGeom prst="rect">
            <a:avLst/>
          </a:prstGeom>
          <a:solidFill>
            <a:srgbClr val="C6DC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BCE5C744-6699-A760-82E7-905B7158AEDB}"/>
              </a:ext>
            </a:extLst>
          </p:cNvPr>
          <p:cNvSpPr/>
          <p:nvPr/>
        </p:nvSpPr>
        <p:spPr>
          <a:xfrm>
            <a:off x="19670165" y="5395355"/>
            <a:ext cx="360000" cy="36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7752AD82-A3E8-7BD4-8231-676B4BB223CD}"/>
              </a:ext>
            </a:extLst>
          </p:cNvPr>
          <p:cNvSpPr/>
          <p:nvPr/>
        </p:nvSpPr>
        <p:spPr>
          <a:xfrm>
            <a:off x="19713933" y="6006528"/>
            <a:ext cx="360000" cy="360000"/>
          </a:xfrm>
          <a:prstGeom prst="rect">
            <a:avLst/>
          </a:prstGeom>
          <a:solidFill>
            <a:srgbClr val="FBE4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10F934E7-632A-AF7C-2310-BD298005B14B}"/>
              </a:ext>
            </a:extLst>
          </p:cNvPr>
          <p:cNvSpPr/>
          <p:nvPr/>
        </p:nvSpPr>
        <p:spPr>
          <a:xfrm>
            <a:off x="19735930" y="6706764"/>
            <a:ext cx="360000" cy="360000"/>
          </a:xfrm>
          <a:prstGeom prst="rect">
            <a:avLst/>
          </a:prstGeom>
          <a:solidFill>
            <a:srgbClr val="AEE0B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B37BD0E0-8FED-71E3-1CB5-950F52CA3BA5}"/>
              </a:ext>
            </a:extLst>
          </p:cNvPr>
          <p:cNvSpPr/>
          <p:nvPr/>
        </p:nvSpPr>
        <p:spPr>
          <a:xfrm>
            <a:off x="19713933" y="7356666"/>
            <a:ext cx="360000" cy="360000"/>
          </a:xfrm>
          <a:prstGeom prst="rect">
            <a:avLst/>
          </a:prstGeom>
          <a:solidFill>
            <a:srgbClr val="EA7B9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694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</TotalTime>
  <Words>143</Words>
  <Application>Microsoft Macintosh PowerPoint</Application>
  <PresentationFormat>自定义</PresentationFormat>
  <Paragraphs>51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Aptos</vt:lpstr>
      <vt:lpstr>Aptos Display</vt:lpstr>
      <vt:lpstr>Arial</vt:lpstr>
      <vt:lpstr>Cambria Math</vt:lpstr>
      <vt:lpstr>Grandview Display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 Yang (SDS, 222043011)</dc:creator>
  <cp:lastModifiedBy>Chao Yang (SDS, 222043011)</cp:lastModifiedBy>
  <cp:revision>48</cp:revision>
  <dcterms:created xsi:type="dcterms:W3CDTF">2025-09-23T11:56:19Z</dcterms:created>
  <dcterms:modified xsi:type="dcterms:W3CDTF">2025-09-23T16:37:12Z</dcterms:modified>
</cp:coreProperties>
</file>